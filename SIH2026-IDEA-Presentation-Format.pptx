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6256000" cy="9144000"/>
  <p:notesSz cx="16256000" cy="9144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19200" y="2834640"/>
            <a:ext cx="138176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38400" y="5120640"/>
            <a:ext cx="113792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1" i="0" u="sng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755"/>
              </a:lnSpc>
            </a:pPr>
            <a:r>
              <a:rPr dirty="0" sz="1800" spc="-180">
                <a:latin typeface="Gadugi"/>
                <a:cs typeface="Gadugi"/>
              </a:rPr>
              <a:t>@</a:t>
            </a:r>
            <a:r>
              <a:rPr dirty="0" spc="-180"/>
              <a:t>SIH</a:t>
            </a:r>
            <a:r>
              <a:rPr dirty="0" spc="-140"/>
              <a:t> </a:t>
            </a:r>
            <a:r>
              <a:rPr dirty="0" spc="-75"/>
              <a:t>Idea</a:t>
            </a:r>
            <a:r>
              <a:rPr dirty="0" spc="-70"/>
              <a:t> </a:t>
            </a:r>
            <a:r>
              <a:rPr dirty="0" spc="-50"/>
              <a:t>submission</a:t>
            </a:r>
            <a:r>
              <a:rPr dirty="0" sz="1550" spc="-50">
                <a:latin typeface="Tahoma"/>
                <a:cs typeface="Tahoma"/>
              </a:rPr>
              <a:t>-</a:t>
            </a:r>
            <a:r>
              <a:rPr dirty="0" sz="1550" spc="-30">
                <a:latin typeface="Tahoma"/>
                <a:cs typeface="Tahoma"/>
              </a:rPr>
              <a:t> </a:t>
            </a:r>
            <a:r>
              <a:rPr dirty="0" spc="-20"/>
              <a:t>Template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6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dirty="0" spc="12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650" b="1" i="0" u="sng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755"/>
              </a:lnSpc>
            </a:pPr>
            <a:r>
              <a:rPr dirty="0" sz="1800" spc="-180">
                <a:latin typeface="Gadugi"/>
                <a:cs typeface="Gadugi"/>
              </a:rPr>
              <a:t>@</a:t>
            </a:r>
            <a:r>
              <a:rPr dirty="0" spc="-180"/>
              <a:t>SIH</a:t>
            </a:r>
            <a:r>
              <a:rPr dirty="0" spc="-140"/>
              <a:t> </a:t>
            </a:r>
            <a:r>
              <a:rPr dirty="0" spc="-75"/>
              <a:t>Idea</a:t>
            </a:r>
            <a:r>
              <a:rPr dirty="0" spc="-70"/>
              <a:t> </a:t>
            </a:r>
            <a:r>
              <a:rPr dirty="0" spc="-50"/>
              <a:t>submission</a:t>
            </a:r>
            <a:r>
              <a:rPr dirty="0" sz="1550" spc="-50">
                <a:latin typeface="Tahoma"/>
                <a:cs typeface="Tahoma"/>
              </a:rPr>
              <a:t>-</a:t>
            </a:r>
            <a:r>
              <a:rPr dirty="0" sz="1550" spc="-30">
                <a:latin typeface="Tahoma"/>
                <a:cs typeface="Tahoma"/>
              </a:rPr>
              <a:t> </a:t>
            </a:r>
            <a:r>
              <a:rPr dirty="0" spc="-20"/>
              <a:t>Template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6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dirty="0" spc="12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1280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37184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755"/>
              </a:lnSpc>
            </a:pPr>
            <a:r>
              <a:rPr dirty="0" sz="1800" spc="-180">
                <a:latin typeface="Gadugi"/>
                <a:cs typeface="Gadugi"/>
              </a:rPr>
              <a:t>@</a:t>
            </a:r>
            <a:r>
              <a:rPr dirty="0" spc="-180"/>
              <a:t>SIH</a:t>
            </a:r>
            <a:r>
              <a:rPr dirty="0" spc="-140"/>
              <a:t> </a:t>
            </a:r>
            <a:r>
              <a:rPr dirty="0" spc="-75"/>
              <a:t>Idea</a:t>
            </a:r>
            <a:r>
              <a:rPr dirty="0" spc="-70"/>
              <a:t> </a:t>
            </a:r>
            <a:r>
              <a:rPr dirty="0" spc="-50"/>
              <a:t>submission</a:t>
            </a:r>
            <a:r>
              <a:rPr dirty="0" sz="1550" spc="-50">
                <a:latin typeface="Tahoma"/>
                <a:cs typeface="Tahoma"/>
              </a:rPr>
              <a:t>-</a:t>
            </a:r>
            <a:r>
              <a:rPr dirty="0" sz="1550" spc="-30">
                <a:latin typeface="Tahoma"/>
                <a:cs typeface="Tahoma"/>
              </a:rPr>
              <a:t> </a:t>
            </a:r>
            <a:r>
              <a:rPr dirty="0" spc="-20"/>
              <a:t>Template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6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dirty="0" spc="12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755"/>
              </a:lnSpc>
            </a:pPr>
            <a:r>
              <a:rPr dirty="0" sz="1800" spc="-180">
                <a:latin typeface="Gadugi"/>
                <a:cs typeface="Gadugi"/>
              </a:rPr>
              <a:t>@</a:t>
            </a:r>
            <a:r>
              <a:rPr dirty="0" spc="-180"/>
              <a:t>SIH</a:t>
            </a:r>
            <a:r>
              <a:rPr dirty="0" spc="-140"/>
              <a:t> </a:t>
            </a:r>
            <a:r>
              <a:rPr dirty="0" spc="-75"/>
              <a:t>Idea</a:t>
            </a:r>
            <a:r>
              <a:rPr dirty="0" spc="-70"/>
              <a:t> </a:t>
            </a:r>
            <a:r>
              <a:rPr dirty="0" spc="-50"/>
              <a:t>submission</a:t>
            </a:r>
            <a:r>
              <a:rPr dirty="0" sz="1550" spc="-50">
                <a:latin typeface="Tahoma"/>
                <a:cs typeface="Tahoma"/>
              </a:rPr>
              <a:t>-</a:t>
            </a:r>
            <a:r>
              <a:rPr dirty="0" sz="1550" spc="-30">
                <a:latin typeface="Tahoma"/>
                <a:cs typeface="Tahoma"/>
              </a:rPr>
              <a:t> </a:t>
            </a:r>
            <a:r>
              <a:rPr dirty="0" spc="-20"/>
              <a:t>Template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6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dirty="0" spc="12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755"/>
              </a:lnSpc>
            </a:pPr>
            <a:r>
              <a:rPr dirty="0" sz="1800" spc="-180">
                <a:latin typeface="Gadugi"/>
                <a:cs typeface="Gadugi"/>
              </a:rPr>
              <a:t>@</a:t>
            </a:r>
            <a:r>
              <a:rPr dirty="0" spc="-180"/>
              <a:t>SIH</a:t>
            </a:r>
            <a:r>
              <a:rPr dirty="0" spc="-140"/>
              <a:t> </a:t>
            </a:r>
            <a:r>
              <a:rPr dirty="0" spc="-75"/>
              <a:t>Idea</a:t>
            </a:r>
            <a:r>
              <a:rPr dirty="0" spc="-70"/>
              <a:t> </a:t>
            </a:r>
            <a:r>
              <a:rPr dirty="0" spc="-50"/>
              <a:t>submission</a:t>
            </a:r>
            <a:r>
              <a:rPr dirty="0" sz="1550" spc="-50">
                <a:latin typeface="Tahoma"/>
                <a:cs typeface="Tahoma"/>
              </a:rPr>
              <a:t>-</a:t>
            </a:r>
            <a:r>
              <a:rPr dirty="0" sz="1550" spc="-30">
                <a:latin typeface="Tahoma"/>
                <a:cs typeface="Tahoma"/>
              </a:rPr>
              <a:t> </a:t>
            </a:r>
            <a:r>
              <a:rPr dirty="0" spc="-20"/>
              <a:t>Template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6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dirty="0" spc="12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8483600"/>
            <a:ext cx="16256000" cy="6604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8445500"/>
            <a:ext cx="16256000" cy="698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32000" y="93350"/>
            <a:ext cx="10643870" cy="1356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600" y="2685938"/>
            <a:ext cx="15276830" cy="3242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1" i="0" u="sng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70700" y="8598489"/>
            <a:ext cx="2920365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755"/>
              </a:lnSpc>
            </a:pPr>
            <a:r>
              <a:rPr dirty="0" sz="1800" spc="-180">
                <a:latin typeface="Gadugi"/>
                <a:cs typeface="Gadugi"/>
              </a:rPr>
              <a:t>@</a:t>
            </a:r>
            <a:r>
              <a:rPr dirty="0" spc="-180"/>
              <a:t>SIH</a:t>
            </a:r>
            <a:r>
              <a:rPr dirty="0" spc="-140"/>
              <a:t> </a:t>
            </a:r>
            <a:r>
              <a:rPr dirty="0" spc="-75"/>
              <a:t>Idea</a:t>
            </a:r>
            <a:r>
              <a:rPr dirty="0" spc="-70"/>
              <a:t> </a:t>
            </a:r>
            <a:r>
              <a:rPr dirty="0" spc="-50"/>
              <a:t>submission</a:t>
            </a:r>
            <a:r>
              <a:rPr dirty="0" sz="1550" spc="-50">
                <a:latin typeface="Tahoma"/>
                <a:cs typeface="Tahoma"/>
              </a:rPr>
              <a:t>-</a:t>
            </a:r>
            <a:r>
              <a:rPr dirty="0" sz="1550" spc="-30">
                <a:latin typeface="Tahoma"/>
                <a:cs typeface="Tahoma"/>
              </a:rPr>
              <a:t> </a:t>
            </a:r>
            <a:r>
              <a:rPr dirty="0" spc="-20"/>
              <a:t>Template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1280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5138400" y="8613241"/>
            <a:ext cx="228600" cy="180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dirty="0" spc="12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42487" y="1135378"/>
            <a:ext cx="6184900" cy="6873875"/>
            <a:chOff x="7542487" y="1135378"/>
            <a:chExt cx="6184900" cy="6873875"/>
          </a:xfrm>
        </p:grpSpPr>
        <p:sp>
          <p:nvSpPr>
            <p:cNvPr id="3" name="object 3"/>
            <p:cNvSpPr/>
            <p:nvPr/>
          </p:nvSpPr>
          <p:spPr>
            <a:xfrm>
              <a:off x="7542487" y="1135378"/>
              <a:ext cx="6184900" cy="6873875"/>
            </a:xfrm>
            <a:custGeom>
              <a:avLst/>
              <a:gdLst/>
              <a:ahLst/>
              <a:cxnLst/>
              <a:rect l="l" t="t" r="r" b="b"/>
              <a:pathLst>
                <a:path w="6184900" h="6873875">
                  <a:moveTo>
                    <a:pt x="4690918" y="6873393"/>
                  </a:moveTo>
                  <a:lnTo>
                    <a:pt x="2489758" y="6873393"/>
                  </a:lnTo>
                  <a:lnTo>
                    <a:pt x="2447442" y="6870400"/>
                  </a:lnTo>
                  <a:lnTo>
                    <a:pt x="2406238" y="6861571"/>
                  </a:lnTo>
                  <a:lnTo>
                    <a:pt x="2366403" y="6847134"/>
                  </a:lnTo>
                  <a:lnTo>
                    <a:pt x="2328194" y="6827316"/>
                  </a:lnTo>
                  <a:lnTo>
                    <a:pt x="2291867" y="6802345"/>
                  </a:lnTo>
                  <a:lnTo>
                    <a:pt x="2257681" y="6772448"/>
                  </a:lnTo>
                  <a:lnTo>
                    <a:pt x="2225890" y="6737852"/>
                  </a:lnTo>
                  <a:lnTo>
                    <a:pt x="2196752" y="6698785"/>
                  </a:lnTo>
                  <a:lnTo>
                    <a:pt x="2170523" y="6655474"/>
                  </a:lnTo>
                  <a:lnTo>
                    <a:pt x="2147461" y="6608147"/>
                  </a:lnTo>
                  <a:lnTo>
                    <a:pt x="1049258" y="4075659"/>
                  </a:lnTo>
                  <a:lnTo>
                    <a:pt x="1031578" y="4031569"/>
                  </a:lnTo>
                  <a:lnTo>
                    <a:pt x="1017433" y="3985686"/>
                  </a:lnTo>
                  <a:lnTo>
                    <a:pt x="1006825" y="3938408"/>
                  </a:lnTo>
                  <a:lnTo>
                    <a:pt x="999752" y="3890133"/>
                  </a:lnTo>
                  <a:lnTo>
                    <a:pt x="996216" y="3841261"/>
                  </a:lnTo>
                  <a:lnTo>
                    <a:pt x="996216" y="3792190"/>
                  </a:lnTo>
                  <a:lnTo>
                    <a:pt x="999752" y="3743317"/>
                  </a:lnTo>
                  <a:lnTo>
                    <a:pt x="1006825" y="3695043"/>
                  </a:lnTo>
                  <a:lnTo>
                    <a:pt x="1017433" y="3647765"/>
                  </a:lnTo>
                  <a:lnTo>
                    <a:pt x="1031578" y="3601882"/>
                  </a:lnTo>
                  <a:lnTo>
                    <a:pt x="1049258" y="3557792"/>
                  </a:lnTo>
                  <a:lnTo>
                    <a:pt x="1491395" y="2538217"/>
                  </a:lnTo>
                  <a:lnTo>
                    <a:pt x="1490186" y="2537540"/>
                  </a:lnTo>
                  <a:lnTo>
                    <a:pt x="1456213" y="2502481"/>
                  </a:lnTo>
                  <a:lnTo>
                    <a:pt x="1429541" y="2455983"/>
                  </a:lnTo>
                  <a:lnTo>
                    <a:pt x="968334" y="1392430"/>
                  </a:lnTo>
                  <a:lnTo>
                    <a:pt x="953958" y="1350716"/>
                  </a:lnTo>
                  <a:lnTo>
                    <a:pt x="946770" y="1306328"/>
                  </a:lnTo>
                  <a:lnTo>
                    <a:pt x="946770" y="1261049"/>
                  </a:lnTo>
                  <a:lnTo>
                    <a:pt x="953958" y="1216660"/>
                  </a:lnTo>
                  <a:lnTo>
                    <a:pt x="968380" y="1174840"/>
                  </a:lnTo>
                  <a:lnTo>
                    <a:pt x="1429541" y="111396"/>
                  </a:lnTo>
                  <a:lnTo>
                    <a:pt x="1456213" y="64898"/>
                  </a:lnTo>
                  <a:lnTo>
                    <a:pt x="1490185" y="29838"/>
                  </a:lnTo>
                  <a:lnTo>
                    <a:pt x="1529773" y="7708"/>
                  </a:lnTo>
                  <a:lnTo>
                    <a:pt x="1573291" y="0"/>
                  </a:lnTo>
                  <a:lnTo>
                    <a:pt x="2497700" y="0"/>
                  </a:lnTo>
                  <a:lnTo>
                    <a:pt x="2540345" y="7708"/>
                  </a:lnTo>
                  <a:lnTo>
                    <a:pt x="2579808" y="29838"/>
                  </a:lnTo>
                  <a:lnTo>
                    <a:pt x="2613655" y="64898"/>
                  </a:lnTo>
                  <a:lnTo>
                    <a:pt x="2639454" y="111396"/>
                  </a:lnTo>
                  <a:lnTo>
                    <a:pt x="2654377" y="145659"/>
                  </a:lnTo>
                  <a:lnTo>
                    <a:pt x="1625738" y="145659"/>
                  </a:lnTo>
                  <a:lnTo>
                    <a:pt x="1587158" y="152493"/>
                  </a:lnTo>
                  <a:lnTo>
                    <a:pt x="1552062" y="172112"/>
                  </a:lnTo>
                  <a:lnTo>
                    <a:pt x="1521944" y="203194"/>
                  </a:lnTo>
                  <a:lnTo>
                    <a:pt x="1498298" y="244415"/>
                  </a:lnTo>
                  <a:lnTo>
                    <a:pt x="1089426" y="1187284"/>
                  </a:lnTo>
                  <a:lnTo>
                    <a:pt x="1074491" y="1233943"/>
                  </a:lnTo>
                  <a:lnTo>
                    <a:pt x="1069513" y="1283688"/>
                  </a:lnTo>
                  <a:lnTo>
                    <a:pt x="1074491" y="1333433"/>
                  </a:lnTo>
                  <a:lnTo>
                    <a:pt x="1089392" y="1379986"/>
                  </a:lnTo>
                  <a:lnTo>
                    <a:pt x="1498298" y="2322963"/>
                  </a:lnTo>
                  <a:lnTo>
                    <a:pt x="1521944" y="2364184"/>
                  </a:lnTo>
                  <a:lnTo>
                    <a:pt x="1552062" y="2395265"/>
                  </a:lnTo>
                  <a:lnTo>
                    <a:pt x="1558283" y="2398741"/>
                  </a:lnTo>
                  <a:lnTo>
                    <a:pt x="1500130" y="2532843"/>
                  </a:lnTo>
                  <a:lnTo>
                    <a:pt x="1536434" y="2550561"/>
                  </a:lnTo>
                  <a:lnTo>
                    <a:pt x="1569375" y="2554932"/>
                  </a:lnTo>
                  <a:lnTo>
                    <a:pt x="5694647" y="2554932"/>
                  </a:lnTo>
                  <a:lnTo>
                    <a:pt x="6131416" y="3557792"/>
                  </a:lnTo>
                  <a:lnTo>
                    <a:pt x="6149097" y="3601882"/>
                  </a:lnTo>
                  <a:lnTo>
                    <a:pt x="6163242" y="3647765"/>
                  </a:lnTo>
                  <a:lnTo>
                    <a:pt x="6173850" y="3695043"/>
                  </a:lnTo>
                  <a:lnTo>
                    <a:pt x="6180922" y="3743317"/>
                  </a:lnTo>
                  <a:lnTo>
                    <a:pt x="6184458" y="3792190"/>
                  </a:lnTo>
                  <a:lnTo>
                    <a:pt x="6184458" y="3841261"/>
                  </a:lnTo>
                  <a:lnTo>
                    <a:pt x="6180922" y="3890133"/>
                  </a:lnTo>
                  <a:lnTo>
                    <a:pt x="6173850" y="3938408"/>
                  </a:lnTo>
                  <a:lnTo>
                    <a:pt x="6163242" y="3985686"/>
                  </a:lnTo>
                  <a:lnTo>
                    <a:pt x="6149097" y="4031569"/>
                  </a:lnTo>
                  <a:lnTo>
                    <a:pt x="6131416" y="4075659"/>
                  </a:lnTo>
                  <a:lnTo>
                    <a:pt x="5028460" y="6608147"/>
                  </a:lnTo>
                  <a:lnTo>
                    <a:pt x="5003894" y="6660489"/>
                  </a:lnTo>
                  <a:lnTo>
                    <a:pt x="4974906" y="6707842"/>
                  </a:lnTo>
                  <a:lnTo>
                    <a:pt x="4942006" y="6749892"/>
                  </a:lnTo>
                  <a:lnTo>
                    <a:pt x="4905701" y="6786329"/>
                  </a:lnTo>
                  <a:lnTo>
                    <a:pt x="4866501" y="6816841"/>
                  </a:lnTo>
                  <a:lnTo>
                    <a:pt x="4824914" y="6841115"/>
                  </a:lnTo>
                  <a:lnTo>
                    <a:pt x="4781448" y="6858839"/>
                  </a:lnTo>
                  <a:lnTo>
                    <a:pt x="4736613" y="6869703"/>
                  </a:lnTo>
                  <a:lnTo>
                    <a:pt x="4690918" y="6873393"/>
                  </a:lnTo>
                  <a:close/>
                </a:path>
                <a:path w="6184900" h="6873875">
                  <a:moveTo>
                    <a:pt x="2915972" y="746304"/>
                  </a:moveTo>
                  <a:lnTo>
                    <a:pt x="2789508" y="746304"/>
                  </a:lnTo>
                  <a:lnTo>
                    <a:pt x="2570924" y="244415"/>
                  </a:lnTo>
                  <a:lnTo>
                    <a:pt x="2548051" y="203194"/>
                  </a:lnTo>
                  <a:lnTo>
                    <a:pt x="2518044" y="172112"/>
                  </a:lnTo>
                  <a:lnTo>
                    <a:pt x="2483059" y="152493"/>
                  </a:lnTo>
                  <a:lnTo>
                    <a:pt x="2445252" y="145659"/>
                  </a:lnTo>
                  <a:lnTo>
                    <a:pt x="2654377" y="145659"/>
                  </a:lnTo>
                  <a:lnTo>
                    <a:pt x="2915972" y="746304"/>
                  </a:lnTo>
                  <a:close/>
                </a:path>
                <a:path w="6184900" h="6873875">
                  <a:moveTo>
                    <a:pt x="2441336" y="2409272"/>
                  </a:moveTo>
                  <a:lnTo>
                    <a:pt x="1621822" y="2409272"/>
                  </a:lnTo>
                  <a:lnTo>
                    <a:pt x="1611932" y="2408834"/>
                  </a:lnTo>
                  <a:lnTo>
                    <a:pt x="1602189" y="2407536"/>
                  </a:lnTo>
                  <a:lnTo>
                    <a:pt x="1592618" y="2405397"/>
                  </a:lnTo>
                  <a:lnTo>
                    <a:pt x="1583241" y="2402438"/>
                  </a:lnTo>
                  <a:lnTo>
                    <a:pt x="1556707" y="2387605"/>
                  </a:lnTo>
                  <a:lnTo>
                    <a:pt x="2147461" y="1025306"/>
                  </a:lnTo>
                  <a:lnTo>
                    <a:pt x="2170523" y="977978"/>
                  </a:lnTo>
                  <a:lnTo>
                    <a:pt x="2196752" y="934667"/>
                  </a:lnTo>
                  <a:lnTo>
                    <a:pt x="2225890" y="895599"/>
                  </a:lnTo>
                  <a:lnTo>
                    <a:pt x="2257681" y="861003"/>
                  </a:lnTo>
                  <a:lnTo>
                    <a:pt x="2291867" y="831106"/>
                  </a:lnTo>
                  <a:lnTo>
                    <a:pt x="2328194" y="806135"/>
                  </a:lnTo>
                  <a:lnTo>
                    <a:pt x="2366403" y="786317"/>
                  </a:lnTo>
                  <a:lnTo>
                    <a:pt x="2406238" y="771880"/>
                  </a:lnTo>
                  <a:lnTo>
                    <a:pt x="2447442" y="763051"/>
                  </a:lnTo>
                  <a:lnTo>
                    <a:pt x="2489758" y="760058"/>
                  </a:lnTo>
                  <a:lnTo>
                    <a:pt x="2797001" y="760058"/>
                  </a:lnTo>
                  <a:lnTo>
                    <a:pt x="2977649" y="1174840"/>
                  </a:lnTo>
                  <a:lnTo>
                    <a:pt x="2992583" y="1221499"/>
                  </a:lnTo>
                  <a:lnTo>
                    <a:pt x="2997561" y="1271244"/>
                  </a:lnTo>
                  <a:lnTo>
                    <a:pt x="2992583" y="1320988"/>
                  </a:lnTo>
                  <a:lnTo>
                    <a:pt x="2977649" y="1367647"/>
                  </a:lnTo>
                  <a:lnTo>
                    <a:pt x="2567006" y="2310519"/>
                  </a:lnTo>
                  <a:lnTo>
                    <a:pt x="2544135" y="2351739"/>
                  </a:lnTo>
                  <a:lnTo>
                    <a:pt x="2514128" y="2382820"/>
                  </a:lnTo>
                  <a:lnTo>
                    <a:pt x="2479142" y="2402438"/>
                  </a:lnTo>
                  <a:lnTo>
                    <a:pt x="2441336" y="2409272"/>
                  </a:lnTo>
                  <a:close/>
                </a:path>
                <a:path w="6184900" h="6873875">
                  <a:moveTo>
                    <a:pt x="5694647" y="2554932"/>
                  </a:moveTo>
                  <a:lnTo>
                    <a:pt x="2493783" y="2554932"/>
                  </a:lnTo>
                  <a:lnTo>
                    <a:pt x="2536428" y="2547224"/>
                  </a:lnTo>
                  <a:lnTo>
                    <a:pt x="2575891" y="2525095"/>
                  </a:lnTo>
                  <a:lnTo>
                    <a:pt x="2609738" y="2490036"/>
                  </a:lnTo>
                  <a:lnTo>
                    <a:pt x="2635538" y="2443539"/>
                  </a:lnTo>
                  <a:lnTo>
                    <a:pt x="3098740" y="1379986"/>
                  </a:lnTo>
                  <a:lnTo>
                    <a:pt x="3113115" y="1338272"/>
                  </a:lnTo>
                  <a:lnTo>
                    <a:pt x="3120303" y="1293884"/>
                  </a:lnTo>
                  <a:lnTo>
                    <a:pt x="3120303" y="1248605"/>
                  </a:lnTo>
                  <a:lnTo>
                    <a:pt x="3113115" y="1204216"/>
                  </a:lnTo>
                  <a:lnTo>
                    <a:pt x="3098740" y="1162501"/>
                  </a:lnTo>
                  <a:lnTo>
                    <a:pt x="2923466" y="760058"/>
                  </a:lnTo>
                  <a:lnTo>
                    <a:pt x="4690918" y="760058"/>
                  </a:lnTo>
                  <a:lnTo>
                    <a:pt x="4736613" y="763748"/>
                  </a:lnTo>
                  <a:lnTo>
                    <a:pt x="4781448" y="774612"/>
                  </a:lnTo>
                  <a:lnTo>
                    <a:pt x="4824914" y="792337"/>
                  </a:lnTo>
                  <a:lnTo>
                    <a:pt x="4866501" y="816611"/>
                  </a:lnTo>
                  <a:lnTo>
                    <a:pt x="4905701" y="847122"/>
                  </a:lnTo>
                  <a:lnTo>
                    <a:pt x="4942006" y="883559"/>
                  </a:lnTo>
                  <a:lnTo>
                    <a:pt x="4974906" y="925610"/>
                  </a:lnTo>
                  <a:lnTo>
                    <a:pt x="5003894" y="972963"/>
                  </a:lnTo>
                  <a:lnTo>
                    <a:pt x="5028460" y="1025306"/>
                  </a:lnTo>
                  <a:lnTo>
                    <a:pt x="5694647" y="2554932"/>
                  </a:lnTo>
                  <a:close/>
                </a:path>
                <a:path w="6184900" h="6873875">
                  <a:moveTo>
                    <a:pt x="898283" y="5653127"/>
                  </a:moveTo>
                  <a:lnTo>
                    <a:pt x="363184" y="5653127"/>
                  </a:lnTo>
                  <a:lnTo>
                    <a:pt x="337993" y="5648665"/>
                  </a:lnTo>
                  <a:lnTo>
                    <a:pt x="295413" y="5615560"/>
                  </a:lnTo>
                  <a:lnTo>
                    <a:pt x="13002" y="4973001"/>
                  </a:lnTo>
                  <a:lnTo>
                    <a:pt x="0" y="4910055"/>
                  </a:lnTo>
                  <a:lnTo>
                    <a:pt x="3250" y="4877575"/>
                  </a:lnTo>
                  <a:lnTo>
                    <a:pt x="279973" y="4231465"/>
                  </a:lnTo>
                  <a:lnTo>
                    <a:pt x="315078" y="4184256"/>
                  </a:lnTo>
                  <a:lnTo>
                    <a:pt x="363184" y="4166984"/>
                  </a:lnTo>
                  <a:lnTo>
                    <a:pt x="898283" y="4166984"/>
                  </a:lnTo>
                  <a:lnTo>
                    <a:pt x="945813" y="4184256"/>
                  </a:lnTo>
                  <a:lnTo>
                    <a:pt x="980340" y="4231465"/>
                  </a:lnTo>
                  <a:lnTo>
                    <a:pt x="1248466" y="4847109"/>
                  </a:lnTo>
                  <a:lnTo>
                    <a:pt x="1261469" y="4910055"/>
                  </a:lnTo>
                  <a:lnTo>
                    <a:pt x="1258218" y="4942536"/>
                  </a:lnTo>
                  <a:lnTo>
                    <a:pt x="980340" y="5588645"/>
                  </a:lnTo>
                  <a:lnTo>
                    <a:pt x="945813" y="5635855"/>
                  </a:lnTo>
                  <a:lnTo>
                    <a:pt x="898283" y="5653127"/>
                  </a:lnTo>
                  <a:close/>
                </a:path>
              </a:pathLst>
            </a:custGeom>
            <a:solidFill>
              <a:srgbClr val="808080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3999" y="2286000"/>
              <a:ext cx="4267200" cy="457200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142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600" spc="-175">
                <a:solidFill>
                  <a:srgbClr val="1F497D"/>
                </a:solidFill>
              </a:rPr>
              <a:t>SMART</a:t>
            </a:r>
            <a:r>
              <a:rPr dirty="0" sz="5600" spc="-685">
                <a:solidFill>
                  <a:srgbClr val="1F497D"/>
                </a:solidFill>
              </a:rPr>
              <a:t> </a:t>
            </a:r>
            <a:r>
              <a:rPr dirty="0" sz="5600" spc="-145">
                <a:solidFill>
                  <a:srgbClr val="1F497D"/>
                </a:solidFill>
              </a:rPr>
              <a:t>INDIA</a:t>
            </a:r>
            <a:r>
              <a:rPr dirty="0" sz="5600" spc="-775">
                <a:solidFill>
                  <a:srgbClr val="1F497D"/>
                </a:solidFill>
              </a:rPr>
              <a:t> </a:t>
            </a:r>
            <a:r>
              <a:rPr dirty="0" sz="5600" spc="-290">
                <a:solidFill>
                  <a:srgbClr val="1F497D"/>
                </a:solidFill>
              </a:rPr>
              <a:t>HACKATHON</a:t>
            </a:r>
            <a:r>
              <a:rPr dirty="0" sz="5600" spc="-350">
                <a:solidFill>
                  <a:srgbClr val="1F497D"/>
                </a:solidFill>
              </a:rPr>
              <a:t> </a:t>
            </a:r>
            <a:r>
              <a:rPr dirty="0" sz="5550" spc="225">
                <a:solidFill>
                  <a:srgbClr val="1F497D"/>
                </a:solidFill>
              </a:rPr>
              <a:t>2026</a:t>
            </a:r>
            <a:endParaRPr sz="555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42900" y="0"/>
            <a:ext cx="2997199" cy="14224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46100" y="1595455"/>
            <a:ext cx="8328025" cy="725550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5295900">
              <a:lnSpc>
                <a:spcPct val="100000"/>
              </a:lnSpc>
              <a:spcBef>
                <a:spcPts val="135"/>
              </a:spcBef>
            </a:pPr>
            <a:r>
              <a:rPr dirty="0" sz="4500" spc="-200" b="1">
                <a:latin typeface="Arial"/>
                <a:cs typeface="Arial"/>
              </a:rPr>
              <a:t>TITLE</a:t>
            </a:r>
            <a:r>
              <a:rPr dirty="0" sz="4500" spc="-425" b="1">
                <a:latin typeface="Arial"/>
                <a:cs typeface="Arial"/>
              </a:rPr>
              <a:t> </a:t>
            </a:r>
            <a:r>
              <a:rPr dirty="0" sz="4500" spc="-380" b="1">
                <a:latin typeface="Arial"/>
                <a:cs typeface="Arial"/>
              </a:rPr>
              <a:t>PAGE</a:t>
            </a:r>
            <a:endParaRPr sz="4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05"/>
              </a:spcBef>
            </a:pPr>
            <a:endParaRPr sz="4300">
              <a:latin typeface="Arial"/>
              <a:cs typeface="Arial"/>
            </a:endParaRPr>
          </a:p>
          <a:p>
            <a:pPr marL="415925" indent="-403225">
              <a:lnSpc>
                <a:spcPct val="100000"/>
              </a:lnSpc>
              <a:buSzPct val="98507"/>
              <a:buFont typeface="Arial MT"/>
              <a:buChar char="•"/>
              <a:tabLst>
                <a:tab pos="415925" algn="l"/>
              </a:tabLst>
            </a:pPr>
            <a:r>
              <a:rPr dirty="0" sz="3350" spc="-150" b="1">
                <a:latin typeface="Arial"/>
                <a:cs typeface="Arial"/>
              </a:rPr>
              <a:t>P</a:t>
            </a:r>
            <a:r>
              <a:rPr dirty="0" sz="3450" spc="-150" b="1">
                <a:latin typeface="Arial"/>
                <a:cs typeface="Arial"/>
              </a:rPr>
              <a:t>ro</a:t>
            </a:r>
            <a:r>
              <a:rPr dirty="0" sz="3350" spc="-150" b="1">
                <a:latin typeface="Arial"/>
                <a:cs typeface="Arial"/>
              </a:rPr>
              <a:t>b</a:t>
            </a:r>
            <a:r>
              <a:rPr dirty="0" sz="3450" spc="-150" b="1">
                <a:latin typeface="Arial"/>
                <a:cs typeface="Arial"/>
              </a:rPr>
              <a:t>l</a:t>
            </a:r>
            <a:r>
              <a:rPr dirty="0" sz="3350" spc="-150" b="1">
                <a:latin typeface="Arial"/>
                <a:cs typeface="Arial"/>
              </a:rPr>
              <a:t>e</a:t>
            </a:r>
            <a:r>
              <a:rPr dirty="0" sz="3450" spc="-150" b="1">
                <a:latin typeface="Arial"/>
                <a:cs typeface="Arial"/>
              </a:rPr>
              <a:t>m</a:t>
            </a:r>
            <a:r>
              <a:rPr dirty="0" sz="3450" spc="-415" b="1">
                <a:latin typeface="Arial"/>
                <a:cs typeface="Arial"/>
              </a:rPr>
              <a:t> </a:t>
            </a:r>
            <a:r>
              <a:rPr dirty="0" sz="3350" spc="-95" b="1">
                <a:latin typeface="Arial"/>
                <a:cs typeface="Arial"/>
              </a:rPr>
              <a:t>S</a:t>
            </a:r>
            <a:r>
              <a:rPr dirty="0" sz="3450" spc="-95" b="1">
                <a:latin typeface="Arial"/>
                <a:cs typeface="Arial"/>
              </a:rPr>
              <a:t>t</a:t>
            </a:r>
            <a:r>
              <a:rPr dirty="0" sz="3350" spc="-95" b="1">
                <a:latin typeface="Arial"/>
                <a:cs typeface="Arial"/>
              </a:rPr>
              <a:t>a</a:t>
            </a:r>
            <a:r>
              <a:rPr dirty="0" sz="3450" spc="-95" b="1">
                <a:latin typeface="Arial"/>
                <a:cs typeface="Arial"/>
              </a:rPr>
              <a:t>t</a:t>
            </a:r>
            <a:r>
              <a:rPr dirty="0" sz="3350" spc="-95" b="1">
                <a:latin typeface="Arial"/>
                <a:cs typeface="Arial"/>
              </a:rPr>
              <a:t>e</a:t>
            </a:r>
            <a:r>
              <a:rPr dirty="0" sz="3450" spc="-95" b="1">
                <a:latin typeface="Arial"/>
                <a:cs typeface="Arial"/>
              </a:rPr>
              <a:t>m</a:t>
            </a:r>
            <a:r>
              <a:rPr dirty="0" sz="3350" spc="-95" b="1">
                <a:latin typeface="Arial"/>
                <a:cs typeface="Arial"/>
              </a:rPr>
              <a:t>e</a:t>
            </a:r>
            <a:r>
              <a:rPr dirty="0" sz="3450" spc="-95" b="1">
                <a:latin typeface="Arial"/>
                <a:cs typeface="Arial"/>
              </a:rPr>
              <a:t>nt</a:t>
            </a:r>
            <a:r>
              <a:rPr dirty="0" sz="3450" spc="-295" b="1">
                <a:latin typeface="Arial"/>
                <a:cs typeface="Arial"/>
              </a:rPr>
              <a:t> </a:t>
            </a:r>
            <a:r>
              <a:rPr dirty="0" sz="3350" spc="-75" b="1">
                <a:latin typeface="Arial"/>
                <a:cs typeface="Arial"/>
              </a:rPr>
              <a:t>ID</a:t>
            </a:r>
            <a:r>
              <a:rPr dirty="0" sz="3350" spc="-325" b="1">
                <a:latin typeface="Arial"/>
                <a:cs typeface="Arial"/>
              </a:rPr>
              <a:t> </a:t>
            </a:r>
            <a:r>
              <a:rPr dirty="0" sz="3350" spc="-50" b="1">
                <a:latin typeface="Arial"/>
                <a:cs typeface="Arial"/>
              </a:rPr>
              <a:t>–</a:t>
            </a:r>
            <a:endParaRPr sz="3350">
              <a:latin typeface="Arial"/>
              <a:cs typeface="Arial"/>
            </a:endParaRPr>
          </a:p>
          <a:p>
            <a:pPr marL="415925" indent="-403225">
              <a:lnSpc>
                <a:spcPct val="100000"/>
              </a:lnSpc>
              <a:spcBef>
                <a:spcPts val="3460"/>
              </a:spcBef>
              <a:buSzPct val="98507"/>
              <a:buFont typeface="Arial MT"/>
              <a:buChar char="•"/>
              <a:tabLst>
                <a:tab pos="415925" algn="l"/>
              </a:tabLst>
            </a:pPr>
            <a:r>
              <a:rPr dirty="0" sz="3350" spc="-150" b="1">
                <a:latin typeface="Arial"/>
                <a:cs typeface="Arial"/>
              </a:rPr>
              <a:t>P</a:t>
            </a:r>
            <a:r>
              <a:rPr dirty="0" sz="3450" spc="-150" b="1">
                <a:latin typeface="Arial"/>
                <a:cs typeface="Arial"/>
              </a:rPr>
              <a:t>ro</a:t>
            </a:r>
            <a:r>
              <a:rPr dirty="0" sz="3350" spc="-150" b="1">
                <a:latin typeface="Arial"/>
                <a:cs typeface="Arial"/>
              </a:rPr>
              <a:t>b</a:t>
            </a:r>
            <a:r>
              <a:rPr dirty="0" sz="3450" spc="-150" b="1">
                <a:latin typeface="Arial"/>
                <a:cs typeface="Arial"/>
              </a:rPr>
              <a:t>l</a:t>
            </a:r>
            <a:r>
              <a:rPr dirty="0" sz="3350" spc="-150" b="1">
                <a:latin typeface="Arial"/>
                <a:cs typeface="Arial"/>
              </a:rPr>
              <a:t>e</a:t>
            </a:r>
            <a:r>
              <a:rPr dirty="0" sz="3450" spc="-150" b="1">
                <a:latin typeface="Arial"/>
                <a:cs typeface="Arial"/>
              </a:rPr>
              <a:t>m</a:t>
            </a:r>
            <a:r>
              <a:rPr dirty="0" sz="3450" spc="-400" b="1">
                <a:latin typeface="Arial"/>
                <a:cs typeface="Arial"/>
              </a:rPr>
              <a:t> </a:t>
            </a:r>
            <a:r>
              <a:rPr dirty="0" sz="3350" spc="-95" b="1">
                <a:latin typeface="Arial"/>
                <a:cs typeface="Arial"/>
              </a:rPr>
              <a:t>S</a:t>
            </a:r>
            <a:r>
              <a:rPr dirty="0" sz="3450" spc="-95" b="1">
                <a:latin typeface="Arial"/>
                <a:cs typeface="Arial"/>
              </a:rPr>
              <a:t>t</a:t>
            </a:r>
            <a:r>
              <a:rPr dirty="0" sz="3350" spc="-95" b="1">
                <a:latin typeface="Arial"/>
                <a:cs typeface="Arial"/>
              </a:rPr>
              <a:t>a</a:t>
            </a:r>
            <a:r>
              <a:rPr dirty="0" sz="3450" spc="-95" b="1">
                <a:latin typeface="Arial"/>
                <a:cs typeface="Arial"/>
              </a:rPr>
              <a:t>t</a:t>
            </a:r>
            <a:r>
              <a:rPr dirty="0" sz="3350" spc="-95" b="1">
                <a:latin typeface="Arial"/>
                <a:cs typeface="Arial"/>
              </a:rPr>
              <a:t>e</a:t>
            </a:r>
            <a:r>
              <a:rPr dirty="0" sz="3450" spc="-95" b="1">
                <a:latin typeface="Arial"/>
                <a:cs typeface="Arial"/>
              </a:rPr>
              <a:t>m</a:t>
            </a:r>
            <a:r>
              <a:rPr dirty="0" sz="3350" spc="-95" b="1">
                <a:latin typeface="Arial"/>
                <a:cs typeface="Arial"/>
              </a:rPr>
              <a:t>e</a:t>
            </a:r>
            <a:r>
              <a:rPr dirty="0" sz="3450" spc="-95" b="1">
                <a:latin typeface="Arial"/>
                <a:cs typeface="Arial"/>
              </a:rPr>
              <a:t>nt</a:t>
            </a:r>
            <a:r>
              <a:rPr dirty="0" sz="3450" spc="-285" b="1">
                <a:latin typeface="Arial"/>
                <a:cs typeface="Arial"/>
              </a:rPr>
              <a:t> </a:t>
            </a:r>
            <a:r>
              <a:rPr dirty="0" sz="3350" spc="-10" b="1">
                <a:latin typeface="Arial"/>
                <a:cs typeface="Arial"/>
              </a:rPr>
              <a:t>T</a:t>
            </a:r>
            <a:r>
              <a:rPr dirty="0" sz="3450" spc="-10" b="1">
                <a:latin typeface="Arial"/>
                <a:cs typeface="Arial"/>
              </a:rPr>
              <a:t>itl</a:t>
            </a:r>
            <a:r>
              <a:rPr dirty="0" sz="3350" spc="-10" b="1">
                <a:latin typeface="Arial"/>
                <a:cs typeface="Arial"/>
              </a:rPr>
              <a:t>e-</a:t>
            </a:r>
            <a:endParaRPr sz="3350">
              <a:latin typeface="Arial"/>
              <a:cs typeface="Arial"/>
            </a:endParaRPr>
          </a:p>
          <a:p>
            <a:pPr marL="415925" indent="-403225">
              <a:lnSpc>
                <a:spcPct val="100000"/>
              </a:lnSpc>
              <a:spcBef>
                <a:spcPts val="3460"/>
              </a:spcBef>
              <a:buSzPct val="98507"/>
              <a:buFont typeface="Arial MT"/>
              <a:buChar char="•"/>
              <a:tabLst>
                <a:tab pos="415925" algn="l"/>
              </a:tabLst>
            </a:pPr>
            <a:r>
              <a:rPr dirty="0" sz="3350" b="1">
                <a:latin typeface="Arial"/>
                <a:cs typeface="Arial"/>
              </a:rPr>
              <a:t>T</a:t>
            </a:r>
            <a:r>
              <a:rPr dirty="0" sz="3450" b="1">
                <a:latin typeface="Arial"/>
                <a:cs typeface="Arial"/>
              </a:rPr>
              <a:t>h</a:t>
            </a:r>
            <a:r>
              <a:rPr dirty="0" sz="3350" b="1">
                <a:latin typeface="Arial"/>
                <a:cs typeface="Arial"/>
              </a:rPr>
              <a:t>e</a:t>
            </a:r>
            <a:r>
              <a:rPr dirty="0" sz="3450" b="1">
                <a:latin typeface="Arial"/>
                <a:cs typeface="Arial"/>
              </a:rPr>
              <a:t>m</a:t>
            </a:r>
            <a:r>
              <a:rPr dirty="0" sz="3350" b="1">
                <a:latin typeface="Arial"/>
                <a:cs typeface="Arial"/>
              </a:rPr>
              <a:t>e-</a:t>
            </a:r>
            <a:endParaRPr sz="3350">
              <a:latin typeface="Arial"/>
              <a:cs typeface="Arial"/>
            </a:endParaRPr>
          </a:p>
          <a:p>
            <a:pPr marL="415925" indent="-403225">
              <a:lnSpc>
                <a:spcPct val="100000"/>
              </a:lnSpc>
              <a:spcBef>
                <a:spcPts val="3460"/>
              </a:spcBef>
              <a:buSzPct val="98507"/>
              <a:buFont typeface="Arial MT"/>
              <a:buChar char="•"/>
              <a:tabLst>
                <a:tab pos="415925" algn="l"/>
              </a:tabLst>
            </a:pPr>
            <a:r>
              <a:rPr dirty="0" sz="3350" spc="-185" b="1">
                <a:latin typeface="Arial"/>
                <a:cs typeface="Arial"/>
              </a:rPr>
              <a:t>PS</a:t>
            </a:r>
            <a:r>
              <a:rPr dirty="0" sz="3350" spc="-355" b="1">
                <a:latin typeface="Arial"/>
                <a:cs typeface="Arial"/>
              </a:rPr>
              <a:t> </a:t>
            </a:r>
            <a:r>
              <a:rPr dirty="0" sz="3350" spc="-114" b="1">
                <a:latin typeface="Arial"/>
                <a:cs typeface="Arial"/>
              </a:rPr>
              <a:t>Ca</a:t>
            </a:r>
            <a:r>
              <a:rPr dirty="0" sz="3450" spc="-114" b="1">
                <a:latin typeface="Arial"/>
                <a:cs typeface="Arial"/>
              </a:rPr>
              <a:t>t</a:t>
            </a:r>
            <a:r>
              <a:rPr dirty="0" sz="3350" spc="-114" b="1">
                <a:latin typeface="Arial"/>
                <a:cs typeface="Arial"/>
              </a:rPr>
              <a:t>e</a:t>
            </a:r>
            <a:r>
              <a:rPr dirty="0" sz="3450" spc="-114" b="1">
                <a:latin typeface="Arial"/>
                <a:cs typeface="Arial"/>
              </a:rPr>
              <a:t>gory</a:t>
            </a:r>
            <a:r>
              <a:rPr dirty="0" sz="3350" spc="-114" b="1">
                <a:latin typeface="Arial"/>
                <a:cs typeface="Arial"/>
              </a:rPr>
              <a:t>-</a:t>
            </a:r>
            <a:r>
              <a:rPr dirty="0" sz="3350" spc="-145" b="1">
                <a:latin typeface="Arial"/>
                <a:cs typeface="Arial"/>
              </a:rPr>
              <a:t> </a:t>
            </a:r>
            <a:r>
              <a:rPr dirty="0" sz="3350" spc="-10" b="1">
                <a:latin typeface="Arial"/>
                <a:cs typeface="Arial"/>
              </a:rPr>
              <a:t>S</a:t>
            </a:r>
            <a:r>
              <a:rPr dirty="0" sz="3450" spc="-10" b="1">
                <a:latin typeface="Arial"/>
                <a:cs typeface="Arial"/>
              </a:rPr>
              <a:t>oftw</a:t>
            </a:r>
            <a:r>
              <a:rPr dirty="0" sz="3350" spc="-10" b="1">
                <a:latin typeface="Arial"/>
                <a:cs typeface="Arial"/>
              </a:rPr>
              <a:t>a</a:t>
            </a:r>
            <a:r>
              <a:rPr dirty="0" sz="3450" spc="-10" b="1">
                <a:latin typeface="Arial"/>
                <a:cs typeface="Arial"/>
              </a:rPr>
              <a:t>r</a:t>
            </a:r>
            <a:r>
              <a:rPr dirty="0" sz="3350" spc="-10" b="1">
                <a:latin typeface="Arial"/>
                <a:cs typeface="Arial"/>
              </a:rPr>
              <a:t>e/Ha</a:t>
            </a:r>
            <a:r>
              <a:rPr dirty="0" sz="3450" spc="-10" b="1">
                <a:latin typeface="Arial"/>
                <a:cs typeface="Arial"/>
              </a:rPr>
              <a:t>r</a:t>
            </a:r>
            <a:r>
              <a:rPr dirty="0" sz="3350" spc="-10" b="1">
                <a:latin typeface="Arial"/>
                <a:cs typeface="Arial"/>
              </a:rPr>
              <a:t>d</a:t>
            </a:r>
            <a:r>
              <a:rPr dirty="0" sz="3450" spc="-10" b="1">
                <a:latin typeface="Arial"/>
                <a:cs typeface="Arial"/>
              </a:rPr>
              <a:t>w</a:t>
            </a:r>
            <a:r>
              <a:rPr dirty="0" sz="3350" spc="-10" b="1">
                <a:latin typeface="Arial"/>
                <a:cs typeface="Arial"/>
              </a:rPr>
              <a:t>a</a:t>
            </a:r>
            <a:r>
              <a:rPr dirty="0" sz="3450" spc="-10" b="1">
                <a:latin typeface="Arial"/>
                <a:cs typeface="Arial"/>
              </a:rPr>
              <a:t>r</a:t>
            </a:r>
            <a:r>
              <a:rPr dirty="0" sz="3350" spc="-10" b="1">
                <a:latin typeface="Arial"/>
                <a:cs typeface="Arial"/>
              </a:rPr>
              <a:t>e</a:t>
            </a:r>
            <a:endParaRPr sz="3350">
              <a:latin typeface="Arial"/>
              <a:cs typeface="Arial"/>
            </a:endParaRPr>
          </a:p>
          <a:p>
            <a:pPr marL="415925" indent="-403225">
              <a:lnSpc>
                <a:spcPct val="100000"/>
              </a:lnSpc>
              <a:spcBef>
                <a:spcPts val="3460"/>
              </a:spcBef>
              <a:buSzPct val="98507"/>
              <a:buFont typeface="Arial MT"/>
              <a:buChar char="•"/>
              <a:tabLst>
                <a:tab pos="415925" algn="l"/>
              </a:tabLst>
            </a:pPr>
            <a:r>
              <a:rPr dirty="0" sz="3350" spc="-130" b="1">
                <a:latin typeface="Arial"/>
                <a:cs typeface="Arial"/>
              </a:rPr>
              <a:t>Tea</a:t>
            </a:r>
            <a:r>
              <a:rPr dirty="0" sz="3450" spc="-130" b="1">
                <a:latin typeface="Arial"/>
                <a:cs typeface="Arial"/>
              </a:rPr>
              <a:t>m</a:t>
            </a:r>
            <a:r>
              <a:rPr dirty="0" sz="3450" spc="-325" b="1">
                <a:latin typeface="Arial"/>
                <a:cs typeface="Arial"/>
              </a:rPr>
              <a:t> </a:t>
            </a:r>
            <a:r>
              <a:rPr dirty="0" sz="3350" spc="-25" b="1">
                <a:latin typeface="Arial"/>
                <a:cs typeface="Arial"/>
              </a:rPr>
              <a:t>ID-</a:t>
            </a:r>
            <a:endParaRPr sz="3350">
              <a:latin typeface="Arial"/>
              <a:cs typeface="Arial"/>
            </a:endParaRPr>
          </a:p>
          <a:p>
            <a:pPr marL="415925" indent="-403225">
              <a:lnSpc>
                <a:spcPct val="100000"/>
              </a:lnSpc>
              <a:spcBef>
                <a:spcPts val="3460"/>
              </a:spcBef>
              <a:buSzPct val="98507"/>
              <a:buFont typeface="Arial MT"/>
              <a:buChar char="•"/>
              <a:tabLst>
                <a:tab pos="415925" algn="l"/>
              </a:tabLst>
            </a:pPr>
            <a:r>
              <a:rPr dirty="0" sz="3350" spc="-130" b="1">
                <a:latin typeface="Arial"/>
                <a:cs typeface="Arial"/>
              </a:rPr>
              <a:t>Tea</a:t>
            </a:r>
            <a:r>
              <a:rPr dirty="0" sz="3450" spc="-130" b="1">
                <a:latin typeface="Arial"/>
                <a:cs typeface="Arial"/>
              </a:rPr>
              <a:t>m</a:t>
            </a:r>
            <a:r>
              <a:rPr dirty="0" sz="3450" spc="-315" b="1">
                <a:latin typeface="Arial"/>
                <a:cs typeface="Arial"/>
              </a:rPr>
              <a:t> </a:t>
            </a:r>
            <a:r>
              <a:rPr dirty="0" sz="3350" spc="-125" b="1">
                <a:latin typeface="Arial"/>
                <a:cs typeface="Arial"/>
              </a:rPr>
              <a:t>Na</a:t>
            </a:r>
            <a:r>
              <a:rPr dirty="0" sz="3450" spc="-125" b="1">
                <a:latin typeface="Arial"/>
                <a:cs typeface="Arial"/>
              </a:rPr>
              <a:t>m</a:t>
            </a:r>
            <a:r>
              <a:rPr dirty="0" sz="3350" spc="-125" b="1">
                <a:latin typeface="Arial"/>
                <a:cs typeface="Arial"/>
              </a:rPr>
              <a:t>e</a:t>
            </a:r>
            <a:r>
              <a:rPr dirty="0" sz="3350" spc="-280" b="1">
                <a:latin typeface="Arial"/>
                <a:cs typeface="Arial"/>
              </a:rPr>
              <a:t> </a:t>
            </a:r>
            <a:r>
              <a:rPr dirty="0" sz="3350" spc="-125" b="1">
                <a:latin typeface="Arial"/>
                <a:cs typeface="Arial"/>
              </a:rPr>
              <a:t>(Re</a:t>
            </a:r>
            <a:r>
              <a:rPr dirty="0" sz="3450" spc="-125" b="1">
                <a:latin typeface="Arial"/>
                <a:cs typeface="Arial"/>
              </a:rPr>
              <a:t>gist</a:t>
            </a:r>
            <a:r>
              <a:rPr dirty="0" sz="3350" spc="-125" b="1">
                <a:latin typeface="Arial"/>
                <a:cs typeface="Arial"/>
              </a:rPr>
              <a:t>e</a:t>
            </a:r>
            <a:r>
              <a:rPr dirty="0" sz="3450" spc="-125" b="1">
                <a:latin typeface="Arial"/>
                <a:cs typeface="Arial"/>
              </a:rPr>
              <a:t>r</a:t>
            </a:r>
            <a:r>
              <a:rPr dirty="0" sz="3350" spc="-125" b="1">
                <a:latin typeface="Arial"/>
                <a:cs typeface="Arial"/>
              </a:rPr>
              <a:t>ed</a:t>
            </a:r>
            <a:r>
              <a:rPr dirty="0" sz="3350" spc="-254" b="1">
                <a:latin typeface="Arial"/>
                <a:cs typeface="Arial"/>
              </a:rPr>
              <a:t> </a:t>
            </a:r>
            <a:r>
              <a:rPr dirty="0" sz="3450" spc="-265" b="1">
                <a:latin typeface="Arial"/>
                <a:cs typeface="Arial"/>
              </a:rPr>
              <a:t>on</a:t>
            </a:r>
            <a:r>
              <a:rPr dirty="0" sz="3450" spc="-315" b="1">
                <a:latin typeface="Arial"/>
                <a:cs typeface="Arial"/>
              </a:rPr>
              <a:t> </a:t>
            </a:r>
            <a:r>
              <a:rPr dirty="0" sz="3450" spc="-10" b="1">
                <a:latin typeface="Arial"/>
                <a:cs typeface="Arial"/>
              </a:rPr>
              <a:t>port</a:t>
            </a:r>
            <a:r>
              <a:rPr dirty="0" sz="3350" spc="-10" b="1">
                <a:latin typeface="Arial"/>
                <a:cs typeface="Arial"/>
              </a:rPr>
              <a:t>a</a:t>
            </a:r>
            <a:r>
              <a:rPr dirty="0" sz="3450" spc="-10" b="1">
                <a:latin typeface="Arial"/>
                <a:cs typeface="Arial"/>
              </a:rPr>
              <a:t>l</a:t>
            </a:r>
            <a:r>
              <a:rPr dirty="0" sz="3350" spc="-10" b="1">
                <a:latin typeface="Arial"/>
                <a:cs typeface="Arial"/>
              </a:rPr>
              <a:t>)</a:t>
            </a:r>
            <a:endParaRPr sz="3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39704" y="336333"/>
            <a:ext cx="1669414" cy="1076960"/>
          </a:xfrm>
          <a:custGeom>
            <a:avLst/>
            <a:gdLst/>
            <a:ahLst/>
            <a:cxnLst/>
            <a:rect l="l" t="t" r="r" b="b"/>
            <a:pathLst>
              <a:path w="1669414" h="1076960">
                <a:moveTo>
                  <a:pt x="834643" y="0"/>
                </a:moveTo>
                <a:lnTo>
                  <a:pt x="777499" y="1241"/>
                </a:lnTo>
                <a:lnTo>
                  <a:pt x="721387" y="4913"/>
                </a:lnTo>
                <a:lnTo>
                  <a:pt x="666434" y="10934"/>
                </a:lnTo>
                <a:lnTo>
                  <a:pt x="612762" y="19225"/>
                </a:lnTo>
                <a:lnTo>
                  <a:pt x="560497" y="29706"/>
                </a:lnTo>
                <a:lnTo>
                  <a:pt x="509762" y="42296"/>
                </a:lnTo>
                <a:lnTo>
                  <a:pt x="460683" y="56915"/>
                </a:lnTo>
                <a:lnTo>
                  <a:pt x="413383" y="73483"/>
                </a:lnTo>
                <a:lnTo>
                  <a:pt x="367986" y="91920"/>
                </a:lnTo>
                <a:lnTo>
                  <a:pt x="324617" y="112146"/>
                </a:lnTo>
                <a:lnTo>
                  <a:pt x="283401" y="134080"/>
                </a:lnTo>
                <a:lnTo>
                  <a:pt x="244461" y="157642"/>
                </a:lnTo>
                <a:lnTo>
                  <a:pt x="207922" y="182753"/>
                </a:lnTo>
                <a:lnTo>
                  <a:pt x="173908" y="209332"/>
                </a:lnTo>
                <a:lnTo>
                  <a:pt x="142544" y="237298"/>
                </a:lnTo>
                <a:lnTo>
                  <a:pt x="113953" y="266573"/>
                </a:lnTo>
                <a:lnTo>
                  <a:pt x="88260" y="297074"/>
                </a:lnTo>
                <a:lnTo>
                  <a:pt x="65590" y="328724"/>
                </a:lnTo>
                <a:lnTo>
                  <a:pt x="29814" y="395144"/>
                </a:lnTo>
                <a:lnTo>
                  <a:pt x="7619" y="465191"/>
                </a:lnTo>
                <a:lnTo>
                  <a:pt x="0" y="538225"/>
                </a:lnTo>
                <a:lnTo>
                  <a:pt x="1925" y="575076"/>
                </a:lnTo>
                <a:lnTo>
                  <a:pt x="16956" y="646697"/>
                </a:lnTo>
                <a:lnTo>
                  <a:pt x="46066" y="715011"/>
                </a:lnTo>
                <a:lnTo>
                  <a:pt x="88260" y="779377"/>
                </a:lnTo>
                <a:lnTo>
                  <a:pt x="113953" y="809878"/>
                </a:lnTo>
                <a:lnTo>
                  <a:pt x="142544" y="839153"/>
                </a:lnTo>
                <a:lnTo>
                  <a:pt x="173908" y="867119"/>
                </a:lnTo>
                <a:lnTo>
                  <a:pt x="207922" y="893698"/>
                </a:lnTo>
                <a:lnTo>
                  <a:pt x="244461" y="918809"/>
                </a:lnTo>
                <a:lnTo>
                  <a:pt x="283401" y="942371"/>
                </a:lnTo>
                <a:lnTo>
                  <a:pt x="324617" y="964305"/>
                </a:lnTo>
                <a:lnTo>
                  <a:pt x="367986" y="984531"/>
                </a:lnTo>
                <a:lnTo>
                  <a:pt x="413383" y="1002968"/>
                </a:lnTo>
                <a:lnTo>
                  <a:pt x="460683" y="1019536"/>
                </a:lnTo>
                <a:lnTo>
                  <a:pt x="509762" y="1034155"/>
                </a:lnTo>
                <a:lnTo>
                  <a:pt x="560497" y="1046745"/>
                </a:lnTo>
                <a:lnTo>
                  <a:pt x="612762" y="1057226"/>
                </a:lnTo>
                <a:lnTo>
                  <a:pt x="666434" y="1065517"/>
                </a:lnTo>
                <a:lnTo>
                  <a:pt x="721387" y="1071538"/>
                </a:lnTo>
                <a:lnTo>
                  <a:pt x="777499" y="1075210"/>
                </a:lnTo>
                <a:lnTo>
                  <a:pt x="834643" y="1076452"/>
                </a:lnTo>
                <a:lnTo>
                  <a:pt x="891780" y="1075210"/>
                </a:lnTo>
                <a:lnTo>
                  <a:pt x="947882" y="1071538"/>
                </a:lnTo>
                <a:lnTo>
                  <a:pt x="1002828" y="1065517"/>
                </a:lnTo>
                <a:lnTo>
                  <a:pt x="1056491" y="1057226"/>
                </a:lnTo>
                <a:lnTo>
                  <a:pt x="1108748" y="1046745"/>
                </a:lnTo>
                <a:lnTo>
                  <a:pt x="1159475" y="1034155"/>
                </a:lnTo>
                <a:lnTo>
                  <a:pt x="1208547" y="1019536"/>
                </a:lnTo>
                <a:lnTo>
                  <a:pt x="1255840" y="1002968"/>
                </a:lnTo>
                <a:lnTo>
                  <a:pt x="1301230" y="984531"/>
                </a:lnTo>
                <a:lnTo>
                  <a:pt x="1344592" y="964305"/>
                </a:lnTo>
                <a:lnTo>
                  <a:pt x="1385802" y="942371"/>
                </a:lnTo>
                <a:lnTo>
                  <a:pt x="1424736" y="918809"/>
                </a:lnTo>
                <a:lnTo>
                  <a:pt x="1461269" y="893698"/>
                </a:lnTo>
                <a:lnTo>
                  <a:pt x="1495278" y="867119"/>
                </a:lnTo>
                <a:lnTo>
                  <a:pt x="1526638" y="839153"/>
                </a:lnTo>
                <a:lnTo>
                  <a:pt x="1555224" y="809878"/>
                </a:lnTo>
                <a:lnTo>
                  <a:pt x="1580913" y="779377"/>
                </a:lnTo>
                <a:lnTo>
                  <a:pt x="1603580" y="747727"/>
                </a:lnTo>
                <a:lnTo>
                  <a:pt x="1639351" y="681307"/>
                </a:lnTo>
                <a:lnTo>
                  <a:pt x="1661542" y="611260"/>
                </a:lnTo>
                <a:lnTo>
                  <a:pt x="1669160" y="538225"/>
                </a:lnTo>
                <a:lnTo>
                  <a:pt x="1667235" y="501375"/>
                </a:lnTo>
                <a:lnTo>
                  <a:pt x="1652206" y="429754"/>
                </a:lnTo>
                <a:lnTo>
                  <a:pt x="1623100" y="361440"/>
                </a:lnTo>
                <a:lnTo>
                  <a:pt x="1580913" y="297074"/>
                </a:lnTo>
                <a:lnTo>
                  <a:pt x="1555224" y="266573"/>
                </a:lnTo>
                <a:lnTo>
                  <a:pt x="1526638" y="237298"/>
                </a:lnTo>
                <a:lnTo>
                  <a:pt x="1495278" y="209332"/>
                </a:lnTo>
                <a:lnTo>
                  <a:pt x="1461269" y="182753"/>
                </a:lnTo>
                <a:lnTo>
                  <a:pt x="1424736" y="157642"/>
                </a:lnTo>
                <a:lnTo>
                  <a:pt x="1385802" y="134080"/>
                </a:lnTo>
                <a:lnTo>
                  <a:pt x="1344592" y="112146"/>
                </a:lnTo>
                <a:lnTo>
                  <a:pt x="1301230" y="91920"/>
                </a:lnTo>
                <a:lnTo>
                  <a:pt x="1255840" y="73483"/>
                </a:lnTo>
                <a:lnTo>
                  <a:pt x="1208547" y="56915"/>
                </a:lnTo>
                <a:lnTo>
                  <a:pt x="1159475" y="42296"/>
                </a:lnTo>
                <a:lnTo>
                  <a:pt x="1108748" y="29706"/>
                </a:lnTo>
                <a:lnTo>
                  <a:pt x="1056491" y="19225"/>
                </a:lnTo>
                <a:lnTo>
                  <a:pt x="1002828" y="10934"/>
                </a:lnTo>
                <a:lnTo>
                  <a:pt x="947882" y="4913"/>
                </a:lnTo>
                <a:lnTo>
                  <a:pt x="891780" y="1241"/>
                </a:lnTo>
                <a:lnTo>
                  <a:pt x="834643" y="0"/>
                </a:lnTo>
                <a:close/>
              </a:path>
            </a:pathLst>
          </a:custGeom>
          <a:ln w="33866">
            <a:solidFill>
              <a:srgbClr val="8064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63600" y="250545"/>
            <a:ext cx="818515" cy="112204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algn="just" marL="12700" marR="5080" indent="76200">
              <a:lnSpc>
                <a:spcPts val="2800"/>
              </a:lnSpc>
              <a:spcBef>
                <a:spcPts val="385"/>
              </a:spcBef>
            </a:pPr>
            <a:r>
              <a:rPr dirty="0" sz="2500" spc="-20">
                <a:latin typeface="Arial MT"/>
                <a:cs typeface="Arial MT"/>
              </a:rPr>
              <a:t>Your </a:t>
            </a:r>
            <a:r>
              <a:rPr dirty="0" sz="2500" spc="-55">
                <a:latin typeface="Arial MT"/>
                <a:cs typeface="Arial MT"/>
              </a:rPr>
              <a:t>Team </a:t>
            </a:r>
            <a:r>
              <a:rPr dirty="0" sz="2500" spc="-120">
                <a:latin typeface="Arial MT"/>
                <a:cs typeface="Arial MT"/>
              </a:rPr>
              <a:t>Name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956300" y="652150"/>
            <a:ext cx="3198495" cy="79756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pc="-204"/>
              <a:t>IDEA</a:t>
            </a:r>
            <a:r>
              <a:rPr dirty="0" spc="-720"/>
              <a:t> </a:t>
            </a:r>
            <a:r>
              <a:rPr dirty="0" spc="-190"/>
              <a:t>TITLE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2900" y="0"/>
            <a:ext cx="2997199" cy="14224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300" spc="-320" b="0">
                <a:latin typeface="Webdings"/>
                <a:cs typeface="Webdings"/>
              </a:rPr>
              <a:t></a:t>
            </a:r>
            <a:r>
              <a:rPr dirty="0" sz="4500" spc="-320"/>
              <a:t>P</a:t>
            </a:r>
            <a:r>
              <a:rPr dirty="0" spc="-320"/>
              <a:t>ropos</a:t>
            </a:r>
            <a:r>
              <a:rPr dirty="0" sz="4500" spc="-320"/>
              <a:t>ed</a:t>
            </a:r>
            <a:r>
              <a:rPr dirty="0" sz="4500" spc="-360"/>
              <a:t> </a:t>
            </a:r>
            <a:r>
              <a:rPr dirty="0" sz="4500" spc="-300"/>
              <a:t>S</a:t>
            </a:r>
            <a:r>
              <a:rPr dirty="0" spc="-300"/>
              <a:t>olution</a:t>
            </a:r>
            <a:r>
              <a:rPr dirty="0" spc="-420"/>
              <a:t> </a:t>
            </a:r>
            <a:r>
              <a:rPr dirty="0" sz="4500" spc="-145"/>
              <a:t>(De</a:t>
            </a:r>
            <a:r>
              <a:rPr dirty="0" spc="-145"/>
              <a:t>s</a:t>
            </a:r>
            <a:r>
              <a:rPr dirty="0" sz="4500" spc="-145"/>
              <a:t>c</a:t>
            </a:r>
            <a:r>
              <a:rPr dirty="0" spc="-145"/>
              <a:t>ri</a:t>
            </a:r>
            <a:r>
              <a:rPr dirty="0" sz="4500" spc="-145"/>
              <a:t>be</a:t>
            </a:r>
            <a:r>
              <a:rPr dirty="0" u="none" sz="4500" spc="-465"/>
              <a:t> </a:t>
            </a:r>
            <a:r>
              <a:rPr dirty="0" spc="-275"/>
              <a:t>your</a:t>
            </a:r>
            <a:r>
              <a:rPr dirty="0" spc="-420"/>
              <a:t> </a:t>
            </a:r>
            <a:r>
              <a:rPr dirty="0" sz="4500" spc="-145"/>
              <a:t>Idea/S</a:t>
            </a:r>
            <a:r>
              <a:rPr dirty="0" spc="-145"/>
              <a:t>olution</a:t>
            </a:r>
            <a:r>
              <a:rPr dirty="0" sz="4500" spc="-145"/>
              <a:t>/P</a:t>
            </a:r>
            <a:r>
              <a:rPr dirty="0" spc="-145"/>
              <a:t>rototyp</a:t>
            </a:r>
            <a:r>
              <a:rPr dirty="0" sz="4500" spc="-145"/>
              <a:t>e)</a:t>
            </a:r>
            <a:endParaRPr sz="4500">
              <a:latin typeface="Webdings"/>
              <a:cs typeface="Webdings"/>
            </a:endParaRPr>
          </a:p>
          <a:p>
            <a:pPr>
              <a:lnSpc>
                <a:spcPct val="100000"/>
              </a:lnSpc>
              <a:spcBef>
                <a:spcPts val="1125"/>
              </a:spcBef>
            </a:pPr>
            <a:endParaRPr sz="4300"/>
          </a:p>
          <a:p>
            <a:pPr marL="478790" indent="-466090">
              <a:lnSpc>
                <a:spcPts val="4590"/>
              </a:lnSpc>
              <a:buSzPct val="97435"/>
              <a:buChar char="•"/>
              <a:tabLst>
                <a:tab pos="478790" algn="l"/>
              </a:tabLst>
            </a:pPr>
            <a:r>
              <a:rPr dirty="0" u="none" sz="3900" spc="-135" b="0">
                <a:solidFill>
                  <a:srgbClr val="000000"/>
                </a:solidFill>
                <a:latin typeface="Arial MT"/>
                <a:cs typeface="Arial MT"/>
              </a:rPr>
              <a:t>Detailed</a:t>
            </a:r>
            <a:r>
              <a:rPr dirty="0" u="none" sz="3900" spc="-21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u="none" sz="3900" spc="-145" b="0">
                <a:solidFill>
                  <a:srgbClr val="000000"/>
                </a:solidFill>
                <a:latin typeface="Arial MT"/>
                <a:cs typeface="Arial MT"/>
              </a:rPr>
              <a:t>explanation</a:t>
            </a:r>
            <a:r>
              <a:rPr dirty="0" u="none" sz="3900" spc="-23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u="none" sz="3900" b="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dirty="0" u="none" sz="3900" spc="-29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u="none" sz="3900" spc="-60" b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dirty="0" u="none" sz="3900" spc="-20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u="none" sz="3900" spc="-120" b="0">
                <a:solidFill>
                  <a:srgbClr val="000000"/>
                </a:solidFill>
                <a:latin typeface="Arial MT"/>
                <a:cs typeface="Arial MT"/>
              </a:rPr>
              <a:t>proposed</a:t>
            </a:r>
            <a:r>
              <a:rPr dirty="0" u="none" sz="3900" spc="-204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u="none" sz="3900" spc="-10" b="0">
                <a:solidFill>
                  <a:srgbClr val="000000"/>
                </a:solidFill>
                <a:latin typeface="Arial MT"/>
                <a:cs typeface="Arial MT"/>
              </a:rPr>
              <a:t>solution</a:t>
            </a:r>
            <a:endParaRPr sz="3900">
              <a:latin typeface="Arial MT"/>
              <a:cs typeface="Arial MT"/>
            </a:endParaRPr>
          </a:p>
          <a:p>
            <a:pPr marL="583565" indent="-570865">
              <a:lnSpc>
                <a:spcPts val="4500"/>
              </a:lnSpc>
              <a:buSzPct val="97435"/>
              <a:buChar char="•"/>
              <a:tabLst>
                <a:tab pos="583565" algn="l"/>
              </a:tabLst>
            </a:pPr>
            <a:r>
              <a:rPr dirty="0" u="none" sz="3900" b="0">
                <a:solidFill>
                  <a:srgbClr val="000000"/>
                </a:solidFill>
                <a:latin typeface="Arial MT"/>
                <a:cs typeface="Arial MT"/>
              </a:rPr>
              <a:t>How</a:t>
            </a:r>
            <a:r>
              <a:rPr dirty="0" u="none" sz="3900" spc="-47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u="none" sz="3900" spc="-30" b="0">
                <a:solidFill>
                  <a:srgbClr val="000000"/>
                </a:solidFill>
                <a:latin typeface="Arial MT"/>
                <a:cs typeface="Arial MT"/>
              </a:rPr>
              <a:t>it</a:t>
            </a:r>
            <a:r>
              <a:rPr dirty="0" u="none" sz="3900" spc="-2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u="none" sz="3900" spc="-155" b="0">
                <a:solidFill>
                  <a:srgbClr val="000000"/>
                </a:solidFill>
                <a:latin typeface="Arial MT"/>
                <a:cs typeface="Arial MT"/>
              </a:rPr>
              <a:t>addresses</a:t>
            </a:r>
            <a:r>
              <a:rPr dirty="0" u="none" sz="3900" spc="-27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u="none" sz="3900" spc="-30" b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dirty="0" u="none" sz="3900" spc="-32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u="none" sz="3900" spc="-10" b="0">
                <a:solidFill>
                  <a:srgbClr val="000000"/>
                </a:solidFill>
                <a:latin typeface="Arial MT"/>
                <a:cs typeface="Arial MT"/>
              </a:rPr>
              <a:t>problem</a:t>
            </a:r>
            <a:endParaRPr sz="3900">
              <a:latin typeface="Arial MT"/>
              <a:cs typeface="Arial MT"/>
            </a:endParaRPr>
          </a:p>
          <a:p>
            <a:pPr marL="478790" indent="-466090">
              <a:lnSpc>
                <a:spcPts val="4590"/>
              </a:lnSpc>
              <a:buSzPct val="97435"/>
              <a:buChar char="•"/>
              <a:tabLst>
                <a:tab pos="478790" algn="l"/>
              </a:tabLst>
            </a:pPr>
            <a:r>
              <a:rPr dirty="0" u="none" sz="3900" spc="-140" b="0">
                <a:solidFill>
                  <a:srgbClr val="000000"/>
                </a:solidFill>
                <a:latin typeface="Arial MT"/>
                <a:cs typeface="Arial MT"/>
              </a:rPr>
              <a:t>Innovation</a:t>
            </a:r>
            <a:r>
              <a:rPr dirty="0" u="none" sz="3900" spc="-24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u="none" sz="3900" spc="-165" b="0">
                <a:solidFill>
                  <a:srgbClr val="000000"/>
                </a:solidFill>
                <a:latin typeface="Arial MT"/>
                <a:cs typeface="Arial MT"/>
              </a:rPr>
              <a:t>and</a:t>
            </a:r>
            <a:r>
              <a:rPr dirty="0" u="none" sz="3900" spc="-21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u="none" sz="3900" spc="-165" b="0">
                <a:solidFill>
                  <a:srgbClr val="000000"/>
                </a:solidFill>
                <a:latin typeface="Arial MT"/>
                <a:cs typeface="Arial MT"/>
              </a:rPr>
              <a:t>uniqueness</a:t>
            </a:r>
            <a:r>
              <a:rPr dirty="0" u="none" sz="3900" spc="-2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u="none" sz="3900" b="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dirty="0" u="none" sz="3900" spc="-29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u="none" sz="3900" spc="-60" b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dirty="0" u="none" sz="3900" spc="-20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u="none" sz="3900" spc="-10" b="0">
                <a:solidFill>
                  <a:srgbClr val="000000"/>
                </a:solidFill>
                <a:latin typeface="Arial MT"/>
                <a:cs typeface="Arial MT"/>
              </a:rPr>
              <a:t>solution</a:t>
            </a:r>
            <a:endParaRPr sz="39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755"/>
              </a:lnSpc>
            </a:pPr>
            <a:r>
              <a:rPr dirty="0" sz="1800" spc="-180">
                <a:latin typeface="Gadugi"/>
                <a:cs typeface="Gadugi"/>
              </a:rPr>
              <a:t>@</a:t>
            </a:r>
            <a:r>
              <a:rPr dirty="0" spc="-180"/>
              <a:t>SIH</a:t>
            </a:r>
            <a:r>
              <a:rPr dirty="0" spc="-140"/>
              <a:t> </a:t>
            </a:r>
            <a:r>
              <a:rPr dirty="0" spc="-75"/>
              <a:t>Idea</a:t>
            </a:r>
            <a:r>
              <a:rPr dirty="0" spc="-70"/>
              <a:t> </a:t>
            </a:r>
            <a:r>
              <a:rPr dirty="0" spc="-50"/>
              <a:t>submission</a:t>
            </a:r>
            <a:r>
              <a:rPr dirty="0" sz="1550" spc="-50">
                <a:latin typeface="Tahoma"/>
                <a:cs typeface="Tahoma"/>
              </a:rPr>
              <a:t>-</a:t>
            </a:r>
            <a:r>
              <a:rPr dirty="0" sz="1550" spc="-30">
                <a:latin typeface="Tahoma"/>
                <a:cs typeface="Tahoma"/>
              </a:rPr>
              <a:t> </a:t>
            </a:r>
            <a:r>
              <a:rPr dirty="0" spc="-20"/>
              <a:t>Template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 spc="120"/>
              <a:t>4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1605" rIns="0" bIns="0" rtlCol="0" vert="horz">
            <a:spAutoFit/>
          </a:bodyPr>
          <a:lstStyle/>
          <a:p>
            <a:pPr marL="2641600">
              <a:lnSpc>
                <a:spcPct val="100000"/>
              </a:lnSpc>
              <a:spcBef>
                <a:spcPts val="115"/>
              </a:spcBef>
            </a:pPr>
            <a:r>
              <a:rPr dirty="0" spc="-250"/>
              <a:t>TECHNICAL</a:t>
            </a:r>
            <a:r>
              <a:rPr dirty="0" spc="-575"/>
              <a:t> </a:t>
            </a:r>
            <a:r>
              <a:rPr dirty="0" spc="-325"/>
              <a:t>APPROACH</a:t>
            </a:r>
          </a:p>
        </p:txBody>
      </p:sp>
      <p:sp>
        <p:nvSpPr>
          <p:cNvPr id="4" name="object 4"/>
          <p:cNvSpPr/>
          <p:nvPr/>
        </p:nvSpPr>
        <p:spPr>
          <a:xfrm>
            <a:off x="439704" y="336333"/>
            <a:ext cx="1669414" cy="1076960"/>
          </a:xfrm>
          <a:custGeom>
            <a:avLst/>
            <a:gdLst/>
            <a:ahLst/>
            <a:cxnLst/>
            <a:rect l="l" t="t" r="r" b="b"/>
            <a:pathLst>
              <a:path w="1669414" h="1076960">
                <a:moveTo>
                  <a:pt x="834643" y="0"/>
                </a:moveTo>
                <a:lnTo>
                  <a:pt x="777499" y="1241"/>
                </a:lnTo>
                <a:lnTo>
                  <a:pt x="721387" y="4913"/>
                </a:lnTo>
                <a:lnTo>
                  <a:pt x="666434" y="10934"/>
                </a:lnTo>
                <a:lnTo>
                  <a:pt x="612762" y="19225"/>
                </a:lnTo>
                <a:lnTo>
                  <a:pt x="560497" y="29706"/>
                </a:lnTo>
                <a:lnTo>
                  <a:pt x="509762" y="42296"/>
                </a:lnTo>
                <a:lnTo>
                  <a:pt x="460683" y="56915"/>
                </a:lnTo>
                <a:lnTo>
                  <a:pt x="413383" y="73483"/>
                </a:lnTo>
                <a:lnTo>
                  <a:pt x="367986" y="91920"/>
                </a:lnTo>
                <a:lnTo>
                  <a:pt x="324617" y="112146"/>
                </a:lnTo>
                <a:lnTo>
                  <a:pt x="283401" y="134080"/>
                </a:lnTo>
                <a:lnTo>
                  <a:pt x="244461" y="157642"/>
                </a:lnTo>
                <a:lnTo>
                  <a:pt x="207922" y="182753"/>
                </a:lnTo>
                <a:lnTo>
                  <a:pt x="173908" y="209332"/>
                </a:lnTo>
                <a:lnTo>
                  <a:pt x="142544" y="237298"/>
                </a:lnTo>
                <a:lnTo>
                  <a:pt x="113953" y="266573"/>
                </a:lnTo>
                <a:lnTo>
                  <a:pt x="88260" y="297074"/>
                </a:lnTo>
                <a:lnTo>
                  <a:pt x="65590" y="328724"/>
                </a:lnTo>
                <a:lnTo>
                  <a:pt x="29814" y="395144"/>
                </a:lnTo>
                <a:lnTo>
                  <a:pt x="7619" y="465191"/>
                </a:lnTo>
                <a:lnTo>
                  <a:pt x="0" y="538225"/>
                </a:lnTo>
                <a:lnTo>
                  <a:pt x="1925" y="575076"/>
                </a:lnTo>
                <a:lnTo>
                  <a:pt x="16956" y="646697"/>
                </a:lnTo>
                <a:lnTo>
                  <a:pt x="46066" y="715011"/>
                </a:lnTo>
                <a:lnTo>
                  <a:pt x="88260" y="779377"/>
                </a:lnTo>
                <a:lnTo>
                  <a:pt x="113953" y="809878"/>
                </a:lnTo>
                <a:lnTo>
                  <a:pt x="142544" y="839153"/>
                </a:lnTo>
                <a:lnTo>
                  <a:pt x="173908" y="867119"/>
                </a:lnTo>
                <a:lnTo>
                  <a:pt x="207922" y="893698"/>
                </a:lnTo>
                <a:lnTo>
                  <a:pt x="244461" y="918809"/>
                </a:lnTo>
                <a:lnTo>
                  <a:pt x="283401" y="942371"/>
                </a:lnTo>
                <a:lnTo>
                  <a:pt x="324617" y="964305"/>
                </a:lnTo>
                <a:lnTo>
                  <a:pt x="367986" y="984531"/>
                </a:lnTo>
                <a:lnTo>
                  <a:pt x="413383" y="1002968"/>
                </a:lnTo>
                <a:lnTo>
                  <a:pt x="460683" y="1019536"/>
                </a:lnTo>
                <a:lnTo>
                  <a:pt x="509762" y="1034155"/>
                </a:lnTo>
                <a:lnTo>
                  <a:pt x="560497" y="1046745"/>
                </a:lnTo>
                <a:lnTo>
                  <a:pt x="612762" y="1057226"/>
                </a:lnTo>
                <a:lnTo>
                  <a:pt x="666434" y="1065517"/>
                </a:lnTo>
                <a:lnTo>
                  <a:pt x="721387" y="1071538"/>
                </a:lnTo>
                <a:lnTo>
                  <a:pt x="777499" y="1075210"/>
                </a:lnTo>
                <a:lnTo>
                  <a:pt x="834643" y="1076452"/>
                </a:lnTo>
                <a:lnTo>
                  <a:pt x="891780" y="1075210"/>
                </a:lnTo>
                <a:lnTo>
                  <a:pt x="947882" y="1071538"/>
                </a:lnTo>
                <a:lnTo>
                  <a:pt x="1002828" y="1065517"/>
                </a:lnTo>
                <a:lnTo>
                  <a:pt x="1056491" y="1057226"/>
                </a:lnTo>
                <a:lnTo>
                  <a:pt x="1108748" y="1046745"/>
                </a:lnTo>
                <a:lnTo>
                  <a:pt x="1159475" y="1034155"/>
                </a:lnTo>
                <a:lnTo>
                  <a:pt x="1208547" y="1019536"/>
                </a:lnTo>
                <a:lnTo>
                  <a:pt x="1255840" y="1002968"/>
                </a:lnTo>
                <a:lnTo>
                  <a:pt x="1301230" y="984531"/>
                </a:lnTo>
                <a:lnTo>
                  <a:pt x="1344592" y="964305"/>
                </a:lnTo>
                <a:lnTo>
                  <a:pt x="1385802" y="942371"/>
                </a:lnTo>
                <a:lnTo>
                  <a:pt x="1424736" y="918809"/>
                </a:lnTo>
                <a:lnTo>
                  <a:pt x="1461269" y="893698"/>
                </a:lnTo>
                <a:lnTo>
                  <a:pt x="1495278" y="867119"/>
                </a:lnTo>
                <a:lnTo>
                  <a:pt x="1526638" y="839153"/>
                </a:lnTo>
                <a:lnTo>
                  <a:pt x="1555224" y="809878"/>
                </a:lnTo>
                <a:lnTo>
                  <a:pt x="1580913" y="779377"/>
                </a:lnTo>
                <a:lnTo>
                  <a:pt x="1603580" y="747727"/>
                </a:lnTo>
                <a:lnTo>
                  <a:pt x="1639351" y="681307"/>
                </a:lnTo>
                <a:lnTo>
                  <a:pt x="1661542" y="611260"/>
                </a:lnTo>
                <a:lnTo>
                  <a:pt x="1669160" y="538225"/>
                </a:lnTo>
                <a:lnTo>
                  <a:pt x="1667235" y="501375"/>
                </a:lnTo>
                <a:lnTo>
                  <a:pt x="1652206" y="429754"/>
                </a:lnTo>
                <a:lnTo>
                  <a:pt x="1623100" y="361440"/>
                </a:lnTo>
                <a:lnTo>
                  <a:pt x="1580913" y="297074"/>
                </a:lnTo>
                <a:lnTo>
                  <a:pt x="1555224" y="266573"/>
                </a:lnTo>
                <a:lnTo>
                  <a:pt x="1526638" y="237298"/>
                </a:lnTo>
                <a:lnTo>
                  <a:pt x="1495278" y="209332"/>
                </a:lnTo>
                <a:lnTo>
                  <a:pt x="1461269" y="182753"/>
                </a:lnTo>
                <a:lnTo>
                  <a:pt x="1424736" y="157642"/>
                </a:lnTo>
                <a:lnTo>
                  <a:pt x="1385802" y="134080"/>
                </a:lnTo>
                <a:lnTo>
                  <a:pt x="1344592" y="112146"/>
                </a:lnTo>
                <a:lnTo>
                  <a:pt x="1301230" y="91920"/>
                </a:lnTo>
                <a:lnTo>
                  <a:pt x="1255840" y="73483"/>
                </a:lnTo>
                <a:lnTo>
                  <a:pt x="1208547" y="56915"/>
                </a:lnTo>
                <a:lnTo>
                  <a:pt x="1159475" y="42296"/>
                </a:lnTo>
                <a:lnTo>
                  <a:pt x="1108748" y="29706"/>
                </a:lnTo>
                <a:lnTo>
                  <a:pt x="1056491" y="19225"/>
                </a:lnTo>
                <a:lnTo>
                  <a:pt x="1002828" y="10934"/>
                </a:lnTo>
                <a:lnTo>
                  <a:pt x="947882" y="4913"/>
                </a:lnTo>
                <a:lnTo>
                  <a:pt x="891780" y="1241"/>
                </a:lnTo>
                <a:lnTo>
                  <a:pt x="834643" y="0"/>
                </a:lnTo>
                <a:close/>
              </a:path>
            </a:pathLst>
          </a:custGeom>
          <a:ln w="33866">
            <a:solidFill>
              <a:srgbClr val="8064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63600" y="250545"/>
            <a:ext cx="818515" cy="112204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algn="just" marL="12700" marR="5080" indent="76200">
              <a:lnSpc>
                <a:spcPts val="2800"/>
              </a:lnSpc>
              <a:spcBef>
                <a:spcPts val="385"/>
              </a:spcBef>
            </a:pPr>
            <a:r>
              <a:rPr dirty="0" sz="2500" spc="-20">
                <a:latin typeface="Arial MT"/>
                <a:cs typeface="Arial MT"/>
              </a:rPr>
              <a:t>Your </a:t>
            </a:r>
            <a:r>
              <a:rPr dirty="0" sz="2500" spc="-55">
                <a:latin typeface="Arial MT"/>
                <a:cs typeface="Arial MT"/>
              </a:rPr>
              <a:t>Team </a:t>
            </a:r>
            <a:r>
              <a:rPr dirty="0" sz="2500" spc="-120">
                <a:latin typeface="Arial MT"/>
                <a:cs typeface="Arial MT"/>
              </a:rPr>
              <a:t>Name</a:t>
            </a:r>
            <a:endParaRPr sz="25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2900" y="0"/>
            <a:ext cx="2997199" cy="1422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14400" y="3353295"/>
            <a:ext cx="12320905" cy="233426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469900" marR="50800" indent="-457200">
              <a:lnSpc>
                <a:spcPts val="4500"/>
              </a:lnSpc>
              <a:spcBef>
                <a:spcPts val="395"/>
              </a:spcBef>
              <a:buSzPct val="97435"/>
              <a:buChar char="•"/>
              <a:tabLst>
                <a:tab pos="469900" algn="l"/>
                <a:tab pos="478790" algn="l"/>
              </a:tabLst>
            </a:pPr>
            <a:r>
              <a:rPr dirty="0" sz="3900">
                <a:latin typeface="Arial MT"/>
                <a:cs typeface="Arial MT"/>
              </a:rPr>
              <a:t>	</a:t>
            </a:r>
            <a:r>
              <a:rPr dirty="0" sz="3900" spc="-95">
                <a:latin typeface="Arial MT"/>
                <a:cs typeface="Arial MT"/>
              </a:rPr>
              <a:t>Technologies</a:t>
            </a:r>
            <a:r>
              <a:rPr dirty="0" sz="3900" spc="60">
                <a:latin typeface="Arial MT"/>
                <a:cs typeface="Arial MT"/>
              </a:rPr>
              <a:t> </a:t>
            </a:r>
            <a:r>
              <a:rPr dirty="0" sz="3900">
                <a:latin typeface="Arial MT"/>
                <a:cs typeface="Arial MT"/>
              </a:rPr>
              <a:t>to</a:t>
            </a:r>
            <a:r>
              <a:rPr dirty="0" sz="3900" spc="20">
                <a:latin typeface="Arial MT"/>
                <a:cs typeface="Arial MT"/>
              </a:rPr>
              <a:t> </a:t>
            </a:r>
            <a:r>
              <a:rPr dirty="0" sz="3900">
                <a:latin typeface="Arial MT"/>
                <a:cs typeface="Arial MT"/>
              </a:rPr>
              <a:t>be</a:t>
            </a:r>
            <a:r>
              <a:rPr dirty="0" sz="3900" spc="25">
                <a:latin typeface="Arial MT"/>
                <a:cs typeface="Arial MT"/>
              </a:rPr>
              <a:t> </a:t>
            </a:r>
            <a:r>
              <a:rPr dirty="0" sz="3900" spc="-10">
                <a:latin typeface="Arial MT"/>
                <a:cs typeface="Arial MT"/>
              </a:rPr>
              <a:t>used</a:t>
            </a:r>
            <a:r>
              <a:rPr dirty="0" sz="3900" spc="100">
                <a:latin typeface="Arial MT"/>
                <a:cs typeface="Arial MT"/>
              </a:rPr>
              <a:t> </a:t>
            </a:r>
            <a:r>
              <a:rPr dirty="0" sz="3800" spc="-10">
                <a:latin typeface="Arial MT"/>
                <a:cs typeface="Arial MT"/>
              </a:rPr>
              <a:t>(</a:t>
            </a:r>
            <a:r>
              <a:rPr dirty="0" sz="3900" spc="-10">
                <a:latin typeface="Arial MT"/>
                <a:cs typeface="Arial MT"/>
              </a:rPr>
              <a:t>e</a:t>
            </a:r>
            <a:r>
              <a:rPr dirty="0" sz="3800" spc="-10">
                <a:latin typeface="Arial MT"/>
                <a:cs typeface="Arial MT"/>
              </a:rPr>
              <a:t>.</a:t>
            </a:r>
            <a:r>
              <a:rPr dirty="0" sz="3900" spc="-10">
                <a:latin typeface="Arial MT"/>
                <a:cs typeface="Arial MT"/>
              </a:rPr>
              <a:t>g</a:t>
            </a:r>
            <a:r>
              <a:rPr dirty="0" sz="3800" spc="-10">
                <a:latin typeface="Arial MT"/>
                <a:cs typeface="Arial MT"/>
              </a:rPr>
              <a:t>.</a:t>
            </a:r>
            <a:r>
              <a:rPr dirty="0" sz="3800" spc="225">
                <a:latin typeface="Arial MT"/>
                <a:cs typeface="Arial MT"/>
              </a:rPr>
              <a:t> </a:t>
            </a:r>
            <a:r>
              <a:rPr dirty="0" sz="3900" spc="-75">
                <a:latin typeface="Arial MT"/>
                <a:cs typeface="Arial MT"/>
              </a:rPr>
              <a:t>programming</a:t>
            </a:r>
            <a:r>
              <a:rPr dirty="0" sz="3900" spc="90">
                <a:latin typeface="Arial MT"/>
                <a:cs typeface="Arial MT"/>
              </a:rPr>
              <a:t> </a:t>
            </a:r>
            <a:r>
              <a:rPr dirty="0" sz="3900" spc="-140">
                <a:latin typeface="Arial MT"/>
                <a:cs typeface="Arial MT"/>
              </a:rPr>
              <a:t>languages</a:t>
            </a:r>
            <a:r>
              <a:rPr dirty="0" sz="3800" spc="-140">
                <a:latin typeface="Arial MT"/>
                <a:cs typeface="Arial MT"/>
              </a:rPr>
              <a:t>, </a:t>
            </a:r>
            <a:r>
              <a:rPr dirty="0" sz="3900" spc="-105">
                <a:latin typeface="Arial MT"/>
                <a:cs typeface="Arial MT"/>
              </a:rPr>
              <a:t>frameworks</a:t>
            </a:r>
            <a:r>
              <a:rPr dirty="0" sz="3800" spc="-105">
                <a:latin typeface="Arial MT"/>
                <a:cs typeface="Arial MT"/>
              </a:rPr>
              <a:t>,</a:t>
            </a:r>
            <a:r>
              <a:rPr dirty="0" sz="3800" spc="-85">
                <a:latin typeface="Arial MT"/>
                <a:cs typeface="Arial MT"/>
              </a:rPr>
              <a:t> </a:t>
            </a:r>
            <a:r>
              <a:rPr dirty="0" sz="3900" spc="-10">
                <a:latin typeface="Arial MT"/>
                <a:cs typeface="Arial MT"/>
              </a:rPr>
              <a:t>hardware</a:t>
            </a:r>
            <a:r>
              <a:rPr dirty="0" sz="3800" spc="-10">
                <a:latin typeface="Arial MT"/>
                <a:cs typeface="Arial MT"/>
              </a:rPr>
              <a:t>)</a:t>
            </a:r>
            <a:endParaRPr sz="3800">
              <a:latin typeface="Arial MT"/>
              <a:cs typeface="Arial MT"/>
            </a:endParaRPr>
          </a:p>
          <a:p>
            <a:pPr marL="469900" marR="5080" indent="-457200">
              <a:lnSpc>
                <a:spcPts val="4500"/>
              </a:lnSpc>
              <a:buSzPct val="97435"/>
              <a:buChar char="•"/>
              <a:tabLst>
                <a:tab pos="469900" algn="l"/>
                <a:tab pos="478790" algn="l"/>
                <a:tab pos="4672965" algn="l"/>
              </a:tabLst>
            </a:pPr>
            <a:r>
              <a:rPr dirty="0" sz="3900">
                <a:latin typeface="Arial MT"/>
                <a:cs typeface="Arial MT"/>
              </a:rPr>
              <a:t>	Methodology</a:t>
            </a:r>
            <a:r>
              <a:rPr dirty="0" sz="3900" spc="585">
                <a:latin typeface="Arial MT"/>
                <a:cs typeface="Arial MT"/>
              </a:rPr>
              <a:t> </a:t>
            </a:r>
            <a:r>
              <a:rPr dirty="0" sz="3900" spc="-25">
                <a:latin typeface="Arial MT"/>
                <a:cs typeface="Arial MT"/>
              </a:rPr>
              <a:t>and</a:t>
            </a:r>
            <a:r>
              <a:rPr dirty="0" sz="3900">
                <a:latin typeface="Arial MT"/>
                <a:cs typeface="Arial MT"/>
              </a:rPr>
              <a:t>	process</a:t>
            </a:r>
            <a:r>
              <a:rPr dirty="0" sz="3900" spc="-45">
                <a:latin typeface="Arial MT"/>
                <a:cs typeface="Arial MT"/>
              </a:rPr>
              <a:t>  </a:t>
            </a:r>
            <a:r>
              <a:rPr dirty="0" sz="3900">
                <a:latin typeface="Arial MT"/>
                <a:cs typeface="Arial MT"/>
              </a:rPr>
              <a:t>for</a:t>
            </a:r>
            <a:r>
              <a:rPr dirty="0" sz="3900" spc="-50">
                <a:latin typeface="Arial MT"/>
                <a:cs typeface="Arial MT"/>
              </a:rPr>
              <a:t>  implementation</a:t>
            </a:r>
            <a:r>
              <a:rPr dirty="0" sz="3900" spc="5">
                <a:latin typeface="Arial MT"/>
                <a:cs typeface="Arial MT"/>
              </a:rPr>
              <a:t>  </a:t>
            </a:r>
            <a:r>
              <a:rPr dirty="0" sz="3800" spc="-10">
                <a:latin typeface="Arial MT"/>
                <a:cs typeface="Arial MT"/>
              </a:rPr>
              <a:t>(</a:t>
            </a:r>
            <a:r>
              <a:rPr dirty="0" sz="3900" spc="-10">
                <a:latin typeface="Arial MT"/>
                <a:cs typeface="Arial MT"/>
              </a:rPr>
              <a:t>Flow </a:t>
            </a:r>
            <a:r>
              <a:rPr dirty="0" sz="3900" spc="-90">
                <a:latin typeface="Arial MT"/>
                <a:cs typeface="Arial MT"/>
              </a:rPr>
              <a:t>Charts</a:t>
            </a:r>
            <a:r>
              <a:rPr dirty="0" sz="3800" spc="-90">
                <a:latin typeface="Arial MT"/>
                <a:cs typeface="Arial MT"/>
              </a:rPr>
              <a:t>/</a:t>
            </a:r>
            <a:r>
              <a:rPr dirty="0" sz="3900" spc="-90">
                <a:latin typeface="Arial MT"/>
                <a:cs typeface="Arial MT"/>
              </a:rPr>
              <a:t>Images</a:t>
            </a:r>
            <a:r>
              <a:rPr dirty="0" sz="3800" spc="-90">
                <a:latin typeface="Arial MT"/>
                <a:cs typeface="Arial MT"/>
              </a:rPr>
              <a:t>/</a:t>
            </a:r>
            <a:r>
              <a:rPr dirty="0" sz="3800" spc="-215">
                <a:latin typeface="Arial MT"/>
                <a:cs typeface="Arial MT"/>
              </a:rPr>
              <a:t> </a:t>
            </a:r>
            <a:r>
              <a:rPr dirty="0" sz="3900" spc="-90">
                <a:latin typeface="Arial MT"/>
                <a:cs typeface="Arial MT"/>
              </a:rPr>
              <a:t>working</a:t>
            </a:r>
            <a:r>
              <a:rPr dirty="0" sz="3900" spc="-190">
                <a:latin typeface="Arial MT"/>
                <a:cs typeface="Arial MT"/>
              </a:rPr>
              <a:t> </a:t>
            </a:r>
            <a:r>
              <a:rPr dirty="0" sz="3900" spc="-10">
                <a:latin typeface="Arial MT"/>
                <a:cs typeface="Arial MT"/>
              </a:rPr>
              <a:t>prototype</a:t>
            </a:r>
            <a:r>
              <a:rPr dirty="0" sz="3800" spc="-10">
                <a:latin typeface="Arial MT"/>
                <a:cs typeface="Arial MT"/>
              </a:rPr>
              <a:t>)</a:t>
            </a:r>
            <a:endParaRPr sz="38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755"/>
              </a:lnSpc>
            </a:pPr>
            <a:r>
              <a:rPr dirty="0" sz="1800" spc="-180">
                <a:latin typeface="Gadugi"/>
                <a:cs typeface="Gadugi"/>
              </a:rPr>
              <a:t>@</a:t>
            </a:r>
            <a:r>
              <a:rPr dirty="0" spc="-180"/>
              <a:t>SIH</a:t>
            </a:r>
            <a:r>
              <a:rPr dirty="0" spc="-140"/>
              <a:t> </a:t>
            </a:r>
            <a:r>
              <a:rPr dirty="0" spc="-75"/>
              <a:t>Idea</a:t>
            </a:r>
            <a:r>
              <a:rPr dirty="0" spc="-70"/>
              <a:t> </a:t>
            </a:r>
            <a:r>
              <a:rPr dirty="0" spc="-50"/>
              <a:t>submission</a:t>
            </a:r>
            <a:r>
              <a:rPr dirty="0" sz="1550" spc="-50">
                <a:latin typeface="Tahoma"/>
                <a:cs typeface="Tahoma"/>
              </a:rPr>
              <a:t>-</a:t>
            </a:r>
            <a:r>
              <a:rPr dirty="0" sz="1550" spc="-30">
                <a:latin typeface="Tahoma"/>
                <a:cs typeface="Tahoma"/>
              </a:rPr>
              <a:t> </a:t>
            </a:r>
            <a:r>
              <a:rPr dirty="0" spc="-20"/>
              <a:t>Template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 spc="120"/>
              <a:t>4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1605" rIns="0" bIns="0" rtlCol="0" vert="horz">
            <a:spAutoFit/>
          </a:bodyPr>
          <a:lstStyle/>
          <a:p>
            <a:pPr marL="2082800">
              <a:lnSpc>
                <a:spcPct val="100000"/>
              </a:lnSpc>
              <a:spcBef>
                <a:spcPts val="115"/>
              </a:spcBef>
            </a:pPr>
            <a:r>
              <a:rPr dirty="0" spc="-220"/>
              <a:t>F</a:t>
            </a:r>
            <a:r>
              <a:rPr dirty="0" spc="-250"/>
              <a:t>E</a:t>
            </a:r>
            <a:r>
              <a:rPr dirty="0" spc="-590"/>
              <a:t>A</a:t>
            </a:r>
            <a:r>
              <a:rPr dirty="0" spc="-360"/>
              <a:t>S</a:t>
            </a:r>
            <a:r>
              <a:rPr dirty="0" spc="-60"/>
              <a:t>I</a:t>
            </a:r>
            <a:r>
              <a:rPr dirty="0" spc="-360"/>
              <a:t>B</a:t>
            </a:r>
            <a:r>
              <a:rPr dirty="0" spc="40"/>
              <a:t>I</a:t>
            </a:r>
            <a:r>
              <a:rPr dirty="0" spc="-380"/>
              <a:t>L</a:t>
            </a:r>
            <a:r>
              <a:rPr dirty="0" spc="-60"/>
              <a:t>I</a:t>
            </a:r>
            <a:r>
              <a:rPr dirty="0" spc="-360"/>
              <a:t>T</a:t>
            </a:r>
            <a:r>
              <a:rPr dirty="0" spc="-150"/>
              <a:t>Y</a:t>
            </a:r>
            <a:r>
              <a:rPr dirty="0" spc="-675"/>
              <a:t> </a:t>
            </a:r>
            <a:r>
              <a:rPr dirty="0" spc="-180"/>
              <a:t>AND</a:t>
            </a:r>
            <a:r>
              <a:rPr dirty="0" spc="-525"/>
              <a:t> </a:t>
            </a:r>
            <a:r>
              <a:rPr dirty="0" spc="-125"/>
              <a:t>VIABILITY</a:t>
            </a:r>
          </a:p>
        </p:txBody>
      </p:sp>
      <p:sp>
        <p:nvSpPr>
          <p:cNvPr id="4" name="object 4"/>
          <p:cNvSpPr/>
          <p:nvPr/>
        </p:nvSpPr>
        <p:spPr>
          <a:xfrm>
            <a:off x="439704" y="336333"/>
            <a:ext cx="1669414" cy="1076960"/>
          </a:xfrm>
          <a:custGeom>
            <a:avLst/>
            <a:gdLst/>
            <a:ahLst/>
            <a:cxnLst/>
            <a:rect l="l" t="t" r="r" b="b"/>
            <a:pathLst>
              <a:path w="1669414" h="1076960">
                <a:moveTo>
                  <a:pt x="834643" y="0"/>
                </a:moveTo>
                <a:lnTo>
                  <a:pt x="777499" y="1241"/>
                </a:lnTo>
                <a:lnTo>
                  <a:pt x="721387" y="4913"/>
                </a:lnTo>
                <a:lnTo>
                  <a:pt x="666434" y="10934"/>
                </a:lnTo>
                <a:lnTo>
                  <a:pt x="612762" y="19225"/>
                </a:lnTo>
                <a:lnTo>
                  <a:pt x="560497" y="29706"/>
                </a:lnTo>
                <a:lnTo>
                  <a:pt x="509762" y="42296"/>
                </a:lnTo>
                <a:lnTo>
                  <a:pt x="460683" y="56915"/>
                </a:lnTo>
                <a:lnTo>
                  <a:pt x="413383" y="73483"/>
                </a:lnTo>
                <a:lnTo>
                  <a:pt x="367986" y="91920"/>
                </a:lnTo>
                <a:lnTo>
                  <a:pt x="324617" y="112146"/>
                </a:lnTo>
                <a:lnTo>
                  <a:pt x="283401" y="134080"/>
                </a:lnTo>
                <a:lnTo>
                  <a:pt x="244461" y="157642"/>
                </a:lnTo>
                <a:lnTo>
                  <a:pt x="207922" y="182753"/>
                </a:lnTo>
                <a:lnTo>
                  <a:pt x="173908" y="209332"/>
                </a:lnTo>
                <a:lnTo>
                  <a:pt x="142544" y="237298"/>
                </a:lnTo>
                <a:lnTo>
                  <a:pt x="113953" y="266573"/>
                </a:lnTo>
                <a:lnTo>
                  <a:pt x="88260" y="297074"/>
                </a:lnTo>
                <a:lnTo>
                  <a:pt x="65590" y="328724"/>
                </a:lnTo>
                <a:lnTo>
                  <a:pt x="29814" y="395144"/>
                </a:lnTo>
                <a:lnTo>
                  <a:pt x="7619" y="465191"/>
                </a:lnTo>
                <a:lnTo>
                  <a:pt x="0" y="538225"/>
                </a:lnTo>
                <a:lnTo>
                  <a:pt x="1925" y="575076"/>
                </a:lnTo>
                <a:lnTo>
                  <a:pt x="16956" y="646697"/>
                </a:lnTo>
                <a:lnTo>
                  <a:pt x="46066" y="715011"/>
                </a:lnTo>
                <a:lnTo>
                  <a:pt x="88260" y="779377"/>
                </a:lnTo>
                <a:lnTo>
                  <a:pt x="113953" y="809878"/>
                </a:lnTo>
                <a:lnTo>
                  <a:pt x="142544" y="839153"/>
                </a:lnTo>
                <a:lnTo>
                  <a:pt x="173908" y="867119"/>
                </a:lnTo>
                <a:lnTo>
                  <a:pt x="207922" y="893698"/>
                </a:lnTo>
                <a:lnTo>
                  <a:pt x="244461" y="918809"/>
                </a:lnTo>
                <a:lnTo>
                  <a:pt x="283401" y="942371"/>
                </a:lnTo>
                <a:lnTo>
                  <a:pt x="324617" y="964305"/>
                </a:lnTo>
                <a:lnTo>
                  <a:pt x="367986" y="984531"/>
                </a:lnTo>
                <a:lnTo>
                  <a:pt x="413383" y="1002968"/>
                </a:lnTo>
                <a:lnTo>
                  <a:pt x="460683" y="1019536"/>
                </a:lnTo>
                <a:lnTo>
                  <a:pt x="509762" y="1034155"/>
                </a:lnTo>
                <a:lnTo>
                  <a:pt x="560497" y="1046745"/>
                </a:lnTo>
                <a:lnTo>
                  <a:pt x="612762" y="1057226"/>
                </a:lnTo>
                <a:lnTo>
                  <a:pt x="666434" y="1065517"/>
                </a:lnTo>
                <a:lnTo>
                  <a:pt x="721387" y="1071538"/>
                </a:lnTo>
                <a:lnTo>
                  <a:pt x="777499" y="1075210"/>
                </a:lnTo>
                <a:lnTo>
                  <a:pt x="834643" y="1076452"/>
                </a:lnTo>
                <a:lnTo>
                  <a:pt x="891780" y="1075210"/>
                </a:lnTo>
                <a:lnTo>
                  <a:pt x="947882" y="1071538"/>
                </a:lnTo>
                <a:lnTo>
                  <a:pt x="1002828" y="1065517"/>
                </a:lnTo>
                <a:lnTo>
                  <a:pt x="1056491" y="1057226"/>
                </a:lnTo>
                <a:lnTo>
                  <a:pt x="1108748" y="1046745"/>
                </a:lnTo>
                <a:lnTo>
                  <a:pt x="1159475" y="1034155"/>
                </a:lnTo>
                <a:lnTo>
                  <a:pt x="1208547" y="1019536"/>
                </a:lnTo>
                <a:lnTo>
                  <a:pt x="1255840" y="1002968"/>
                </a:lnTo>
                <a:lnTo>
                  <a:pt x="1301230" y="984531"/>
                </a:lnTo>
                <a:lnTo>
                  <a:pt x="1344592" y="964305"/>
                </a:lnTo>
                <a:lnTo>
                  <a:pt x="1385802" y="942371"/>
                </a:lnTo>
                <a:lnTo>
                  <a:pt x="1424736" y="918809"/>
                </a:lnTo>
                <a:lnTo>
                  <a:pt x="1461269" y="893698"/>
                </a:lnTo>
                <a:lnTo>
                  <a:pt x="1495278" y="867119"/>
                </a:lnTo>
                <a:lnTo>
                  <a:pt x="1526638" y="839153"/>
                </a:lnTo>
                <a:lnTo>
                  <a:pt x="1555224" y="809878"/>
                </a:lnTo>
                <a:lnTo>
                  <a:pt x="1580913" y="779377"/>
                </a:lnTo>
                <a:lnTo>
                  <a:pt x="1603580" y="747727"/>
                </a:lnTo>
                <a:lnTo>
                  <a:pt x="1639351" y="681307"/>
                </a:lnTo>
                <a:lnTo>
                  <a:pt x="1661542" y="611260"/>
                </a:lnTo>
                <a:lnTo>
                  <a:pt x="1669160" y="538225"/>
                </a:lnTo>
                <a:lnTo>
                  <a:pt x="1667235" y="501375"/>
                </a:lnTo>
                <a:lnTo>
                  <a:pt x="1652206" y="429754"/>
                </a:lnTo>
                <a:lnTo>
                  <a:pt x="1623100" y="361440"/>
                </a:lnTo>
                <a:lnTo>
                  <a:pt x="1580913" y="297074"/>
                </a:lnTo>
                <a:lnTo>
                  <a:pt x="1555224" y="266573"/>
                </a:lnTo>
                <a:lnTo>
                  <a:pt x="1526638" y="237298"/>
                </a:lnTo>
                <a:lnTo>
                  <a:pt x="1495278" y="209332"/>
                </a:lnTo>
                <a:lnTo>
                  <a:pt x="1461269" y="182753"/>
                </a:lnTo>
                <a:lnTo>
                  <a:pt x="1424736" y="157642"/>
                </a:lnTo>
                <a:lnTo>
                  <a:pt x="1385802" y="134080"/>
                </a:lnTo>
                <a:lnTo>
                  <a:pt x="1344592" y="112146"/>
                </a:lnTo>
                <a:lnTo>
                  <a:pt x="1301230" y="91920"/>
                </a:lnTo>
                <a:lnTo>
                  <a:pt x="1255840" y="73483"/>
                </a:lnTo>
                <a:lnTo>
                  <a:pt x="1208547" y="56915"/>
                </a:lnTo>
                <a:lnTo>
                  <a:pt x="1159475" y="42296"/>
                </a:lnTo>
                <a:lnTo>
                  <a:pt x="1108748" y="29706"/>
                </a:lnTo>
                <a:lnTo>
                  <a:pt x="1056491" y="19225"/>
                </a:lnTo>
                <a:lnTo>
                  <a:pt x="1002828" y="10934"/>
                </a:lnTo>
                <a:lnTo>
                  <a:pt x="947882" y="4913"/>
                </a:lnTo>
                <a:lnTo>
                  <a:pt x="891780" y="1241"/>
                </a:lnTo>
                <a:lnTo>
                  <a:pt x="834643" y="0"/>
                </a:lnTo>
                <a:close/>
              </a:path>
            </a:pathLst>
          </a:custGeom>
          <a:ln w="33866">
            <a:solidFill>
              <a:srgbClr val="8064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63600" y="250545"/>
            <a:ext cx="818515" cy="112204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algn="just" marL="12700" marR="5080" indent="76200">
              <a:lnSpc>
                <a:spcPts val="2800"/>
              </a:lnSpc>
              <a:spcBef>
                <a:spcPts val="385"/>
              </a:spcBef>
            </a:pPr>
            <a:r>
              <a:rPr dirty="0" sz="2500" spc="-20">
                <a:latin typeface="Arial MT"/>
                <a:cs typeface="Arial MT"/>
              </a:rPr>
              <a:t>Your </a:t>
            </a:r>
            <a:r>
              <a:rPr dirty="0" sz="2500" spc="-55">
                <a:latin typeface="Arial MT"/>
                <a:cs typeface="Arial MT"/>
              </a:rPr>
              <a:t>Team </a:t>
            </a:r>
            <a:r>
              <a:rPr dirty="0" sz="2500" spc="-120">
                <a:latin typeface="Arial MT"/>
                <a:cs typeface="Arial MT"/>
              </a:rPr>
              <a:t>Name</a:t>
            </a:r>
            <a:endParaRPr sz="25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2900" y="0"/>
            <a:ext cx="2997199" cy="1422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14400" y="3353295"/>
            <a:ext cx="9389110" cy="1762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78790" indent="-466090">
              <a:lnSpc>
                <a:spcPts val="4590"/>
              </a:lnSpc>
              <a:spcBef>
                <a:spcPts val="95"/>
              </a:spcBef>
              <a:buSzPct val="97435"/>
              <a:buChar char="•"/>
              <a:tabLst>
                <a:tab pos="478790" algn="l"/>
              </a:tabLst>
            </a:pPr>
            <a:r>
              <a:rPr dirty="0" sz="3900" spc="-160">
                <a:latin typeface="Arial MT"/>
                <a:cs typeface="Arial MT"/>
              </a:rPr>
              <a:t>Analysis</a:t>
            </a:r>
            <a:r>
              <a:rPr dirty="0" sz="3900" spc="-145">
                <a:latin typeface="Arial MT"/>
                <a:cs typeface="Arial MT"/>
              </a:rPr>
              <a:t> </a:t>
            </a:r>
            <a:r>
              <a:rPr dirty="0" sz="3900">
                <a:latin typeface="Arial MT"/>
                <a:cs typeface="Arial MT"/>
              </a:rPr>
              <a:t>of</a:t>
            </a:r>
            <a:r>
              <a:rPr dirty="0" sz="3900" spc="-285">
                <a:latin typeface="Arial MT"/>
                <a:cs typeface="Arial MT"/>
              </a:rPr>
              <a:t> </a:t>
            </a:r>
            <a:r>
              <a:rPr dirty="0" sz="3900" spc="-65">
                <a:latin typeface="Arial MT"/>
                <a:cs typeface="Arial MT"/>
              </a:rPr>
              <a:t>the</a:t>
            </a:r>
            <a:r>
              <a:rPr dirty="0" sz="3900" spc="-295">
                <a:latin typeface="Arial MT"/>
                <a:cs typeface="Arial MT"/>
              </a:rPr>
              <a:t> </a:t>
            </a:r>
            <a:r>
              <a:rPr dirty="0" sz="3900" spc="-90">
                <a:latin typeface="Arial MT"/>
                <a:cs typeface="Arial MT"/>
              </a:rPr>
              <a:t>feasibility</a:t>
            </a:r>
            <a:r>
              <a:rPr dirty="0" sz="3900" spc="-390">
                <a:latin typeface="Arial MT"/>
                <a:cs typeface="Arial MT"/>
              </a:rPr>
              <a:t> </a:t>
            </a:r>
            <a:r>
              <a:rPr dirty="0" sz="3900">
                <a:latin typeface="Arial MT"/>
                <a:cs typeface="Arial MT"/>
              </a:rPr>
              <a:t>of</a:t>
            </a:r>
            <a:r>
              <a:rPr dirty="0" sz="3900" spc="-285">
                <a:latin typeface="Arial MT"/>
                <a:cs typeface="Arial MT"/>
              </a:rPr>
              <a:t> </a:t>
            </a:r>
            <a:r>
              <a:rPr dirty="0" sz="3900" spc="-60">
                <a:latin typeface="Arial MT"/>
                <a:cs typeface="Arial MT"/>
              </a:rPr>
              <a:t>the</a:t>
            </a:r>
            <a:r>
              <a:rPr dirty="0" sz="3900" spc="-190">
                <a:latin typeface="Arial MT"/>
                <a:cs typeface="Arial MT"/>
              </a:rPr>
              <a:t> </a:t>
            </a:r>
            <a:r>
              <a:rPr dirty="0" sz="3900" spc="-20">
                <a:latin typeface="Arial MT"/>
                <a:cs typeface="Arial MT"/>
              </a:rPr>
              <a:t>idea</a:t>
            </a:r>
            <a:endParaRPr sz="3900">
              <a:latin typeface="Arial MT"/>
              <a:cs typeface="Arial MT"/>
            </a:endParaRPr>
          </a:p>
          <a:p>
            <a:pPr marL="478790" indent="-466090">
              <a:lnSpc>
                <a:spcPts val="4500"/>
              </a:lnSpc>
              <a:buSzPct val="97435"/>
              <a:buChar char="•"/>
              <a:tabLst>
                <a:tab pos="478790" algn="l"/>
              </a:tabLst>
            </a:pPr>
            <a:r>
              <a:rPr dirty="0" sz="3900" spc="-130">
                <a:latin typeface="Arial MT"/>
                <a:cs typeface="Arial MT"/>
              </a:rPr>
              <a:t>Potential</a:t>
            </a:r>
            <a:r>
              <a:rPr dirty="0" sz="3900" spc="-15">
                <a:latin typeface="Arial MT"/>
                <a:cs typeface="Arial MT"/>
              </a:rPr>
              <a:t> </a:t>
            </a:r>
            <a:r>
              <a:rPr dirty="0" sz="3900" spc="-155">
                <a:latin typeface="Arial MT"/>
                <a:cs typeface="Arial MT"/>
              </a:rPr>
              <a:t>challenges</a:t>
            </a:r>
            <a:r>
              <a:rPr dirty="0" sz="3900" spc="-295">
                <a:latin typeface="Arial MT"/>
                <a:cs typeface="Arial MT"/>
              </a:rPr>
              <a:t> </a:t>
            </a:r>
            <a:r>
              <a:rPr dirty="0" sz="3900" spc="-165">
                <a:latin typeface="Arial MT"/>
                <a:cs typeface="Arial MT"/>
              </a:rPr>
              <a:t>and</a:t>
            </a:r>
            <a:r>
              <a:rPr dirty="0" sz="3900" spc="-240">
                <a:latin typeface="Arial MT"/>
                <a:cs typeface="Arial MT"/>
              </a:rPr>
              <a:t> </a:t>
            </a:r>
            <a:r>
              <a:rPr dirty="0" sz="3900" spc="-10">
                <a:latin typeface="Arial MT"/>
                <a:cs typeface="Arial MT"/>
              </a:rPr>
              <a:t>risks</a:t>
            </a:r>
            <a:endParaRPr sz="3900">
              <a:latin typeface="Arial MT"/>
              <a:cs typeface="Arial MT"/>
            </a:endParaRPr>
          </a:p>
          <a:p>
            <a:pPr marL="478790" indent="-466090">
              <a:lnSpc>
                <a:spcPts val="4590"/>
              </a:lnSpc>
              <a:buSzPct val="97435"/>
              <a:buChar char="•"/>
              <a:tabLst>
                <a:tab pos="478790" algn="l"/>
              </a:tabLst>
            </a:pPr>
            <a:r>
              <a:rPr dirty="0" sz="3900" spc="-130">
                <a:latin typeface="Arial MT"/>
                <a:cs typeface="Arial MT"/>
              </a:rPr>
              <a:t>Strategies</a:t>
            </a:r>
            <a:r>
              <a:rPr dirty="0" sz="3900" spc="-260">
                <a:latin typeface="Arial MT"/>
                <a:cs typeface="Arial MT"/>
              </a:rPr>
              <a:t> </a:t>
            </a:r>
            <a:r>
              <a:rPr dirty="0" sz="3900">
                <a:latin typeface="Arial MT"/>
                <a:cs typeface="Arial MT"/>
              </a:rPr>
              <a:t>for</a:t>
            </a:r>
            <a:r>
              <a:rPr dirty="0" sz="3900" spc="-275">
                <a:latin typeface="Arial MT"/>
                <a:cs typeface="Arial MT"/>
              </a:rPr>
              <a:t> </a:t>
            </a:r>
            <a:r>
              <a:rPr dirty="0" sz="3900" spc="-100">
                <a:latin typeface="Arial MT"/>
                <a:cs typeface="Arial MT"/>
              </a:rPr>
              <a:t>overcoming</a:t>
            </a:r>
            <a:r>
              <a:rPr dirty="0" sz="3900" spc="-215">
                <a:latin typeface="Arial MT"/>
                <a:cs typeface="Arial MT"/>
              </a:rPr>
              <a:t> </a:t>
            </a:r>
            <a:r>
              <a:rPr dirty="0" sz="3900" spc="-110">
                <a:latin typeface="Arial MT"/>
                <a:cs typeface="Arial MT"/>
              </a:rPr>
              <a:t>these</a:t>
            </a:r>
            <a:r>
              <a:rPr dirty="0" sz="3900" spc="-305">
                <a:latin typeface="Arial MT"/>
                <a:cs typeface="Arial MT"/>
              </a:rPr>
              <a:t> </a:t>
            </a:r>
            <a:r>
              <a:rPr dirty="0" sz="3900" spc="-100">
                <a:latin typeface="Arial MT"/>
                <a:cs typeface="Arial MT"/>
              </a:rPr>
              <a:t>challenges</a:t>
            </a:r>
            <a:endParaRPr sz="39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755"/>
              </a:lnSpc>
            </a:pPr>
            <a:r>
              <a:rPr dirty="0" sz="1800" spc="-180">
                <a:latin typeface="Gadugi"/>
                <a:cs typeface="Gadugi"/>
              </a:rPr>
              <a:t>@</a:t>
            </a:r>
            <a:r>
              <a:rPr dirty="0" spc="-180"/>
              <a:t>SIH</a:t>
            </a:r>
            <a:r>
              <a:rPr dirty="0" spc="-140"/>
              <a:t> </a:t>
            </a:r>
            <a:r>
              <a:rPr dirty="0" spc="-75"/>
              <a:t>Idea</a:t>
            </a:r>
            <a:r>
              <a:rPr dirty="0" spc="-70"/>
              <a:t> </a:t>
            </a:r>
            <a:r>
              <a:rPr dirty="0" spc="-50"/>
              <a:t>submission</a:t>
            </a:r>
            <a:r>
              <a:rPr dirty="0" sz="1550" spc="-50">
                <a:latin typeface="Tahoma"/>
                <a:cs typeface="Tahoma"/>
              </a:rPr>
              <a:t>-</a:t>
            </a:r>
            <a:r>
              <a:rPr dirty="0" sz="1550" spc="-30">
                <a:latin typeface="Tahoma"/>
                <a:cs typeface="Tahoma"/>
              </a:rPr>
              <a:t> </a:t>
            </a:r>
            <a:r>
              <a:rPr dirty="0" spc="-20"/>
              <a:t>Template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 spc="120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1605" rIns="0" bIns="0" rtlCol="0" vert="horz">
            <a:spAutoFit/>
          </a:bodyPr>
          <a:lstStyle/>
          <a:p>
            <a:pPr marL="2705100">
              <a:lnSpc>
                <a:spcPct val="100000"/>
              </a:lnSpc>
              <a:spcBef>
                <a:spcPts val="115"/>
              </a:spcBef>
            </a:pPr>
            <a:r>
              <a:rPr dirty="0" spc="-120"/>
              <a:t>IMPACT</a:t>
            </a:r>
            <a:r>
              <a:rPr dirty="0" spc="-585"/>
              <a:t> </a:t>
            </a:r>
            <a:r>
              <a:rPr dirty="0" spc="-180"/>
              <a:t>AND</a:t>
            </a:r>
            <a:r>
              <a:rPr dirty="0" spc="-515"/>
              <a:t> </a:t>
            </a:r>
            <a:r>
              <a:rPr dirty="0" spc="-330"/>
              <a:t>BENEFITS</a:t>
            </a:r>
          </a:p>
        </p:txBody>
      </p:sp>
      <p:sp>
        <p:nvSpPr>
          <p:cNvPr id="4" name="object 4"/>
          <p:cNvSpPr/>
          <p:nvPr/>
        </p:nvSpPr>
        <p:spPr>
          <a:xfrm>
            <a:off x="439704" y="336333"/>
            <a:ext cx="1669414" cy="1076960"/>
          </a:xfrm>
          <a:custGeom>
            <a:avLst/>
            <a:gdLst/>
            <a:ahLst/>
            <a:cxnLst/>
            <a:rect l="l" t="t" r="r" b="b"/>
            <a:pathLst>
              <a:path w="1669414" h="1076960">
                <a:moveTo>
                  <a:pt x="834643" y="0"/>
                </a:moveTo>
                <a:lnTo>
                  <a:pt x="777499" y="1241"/>
                </a:lnTo>
                <a:lnTo>
                  <a:pt x="721387" y="4913"/>
                </a:lnTo>
                <a:lnTo>
                  <a:pt x="666434" y="10934"/>
                </a:lnTo>
                <a:lnTo>
                  <a:pt x="612762" y="19225"/>
                </a:lnTo>
                <a:lnTo>
                  <a:pt x="560497" y="29706"/>
                </a:lnTo>
                <a:lnTo>
                  <a:pt x="509762" y="42296"/>
                </a:lnTo>
                <a:lnTo>
                  <a:pt x="460683" y="56915"/>
                </a:lnTo>
                <a:lnTo>
                  <a:pt x="413383" y="73483"/>
                </a:lnTo>
                <a:lnTo>
                  <a:pt x="367986" y="91920"/>
                </a:lnTo>
                <a:lnTo>
                  <a:pt x="324617" y="112146"/>
                </a:lnTo>
                <a:lnTo>
                  <a:pt x="283401" y="134080"/>
                </a:lnTo>
                <a:lnTo>
                  <a:pt x="244461" y="157642"/>
                </a:lnTo>
                <a:lnTo>
                  <a:pt x="207922" y="182753"/>
                </a:lnTo>
                <a:lnTo>
                  <a:pt x="173908" y="209332"/>
                </a:lnTo>
                <a:lnTo>
                  <a:pt x="142544" y="237298"/>
                </a:lnTo>
                <a:lnTo>
                  <a:pt x="113953" y="266573"/>
                </a:lnTo>
                <a:lnTo>
                  <a:pt x="88260" y="297074"/>
                </a:lnTo>
                <a:lnTo>
                  <a:pt x="65590" y="328724"/>
                </a:lnTo>
                <a:lnTo>
                  <a:pt x="29814" y="395144"/>
                </a:lnTo>
                <a:lnTo>
                  <a:pt x="7619" y="465191"/>
                </a:lnTo>
                <a:lnTo>
                  <a:pt x="0" y="538225"/>
                </a:lnTo>
                <a:lnTo>
                  <a:pt x="1925" y="575076"/>
                </a:lnTo>
                <a:lnTo>
                  <a:pt x="16956" y="646697"/>
                </a:lnTo>
                <a:lnTo>
                  <a:pt x="46066" y="715011"/>
                </a:lnTo>
                <a:lnTo>
                  <a:pt x="88260" y="779377"/>
                </a:lnTo>
                <a:lnTo>
                  <a:pt x="113953" y="809878"/>
                </a:lnTo>
                <a:lnTo>
                  <a:pt x="142544" y="839153"/>
                </a:lnTo>
                <a:lnTo>
                  <a:pt x="173908" y="867119"/>
                </a:lnTo>
                <a:lnTo>
                  <a:pt x="207922" y="893698"/>
                </a:lnTo>
                <a:lnTo>
                  <a:pt x="244461" y="918809"/>
                </a:lnTo>
                <a:lnTo>
                  <a:pt x="283401" y="942371"/>
                </a:lnTo>
                <a:lnTo>
                  <a:pt x="324617" y="964305"/>
                </a:lnTo>
                <a:lnTo>
                  <a:pt x="367986" y="984531"/>
                </a:lnTo>
                <a:lnTo>
                  <a:pt x="413383" y="1002968"/>
                </a:lnTo>
                <a:lnTo>
                  <a:pt x="460683" y="1019536"/>
                </a:lnTo>
                <a:lnTo>
                  <a:pt x="509762" y="1034155"/>
                </a:lnTo>
                <a:lnTo>
                  <a:pt x="560497" y="1046745"/>
                </a:lnTo>
                <a:lnTo>
                  <a:pt x="612762" y="1057226"/>
                </a:lnTo>
                <a:lnTo>
                  <a:pt x="666434" y="1065517"/>
                </a:lnTo>
                <a:lnTo>
                  <a:pt x="721387" y="1071538"/>
                </a:lnTo>
                <a:lnTo>
                  <a:pt x="777499" y="1075210"/>
                </a:lnTo>
                <a:lnTo>
                  <a:pt x="834643" y="1076452"/>
                </a:lnTo>
                <a:lnTo>
                  <a:pt x="891780" y="1075210"/>
                </a:lnTo>
                <a:lnTo>
                  <a:pt x="947882" y="1071538"/>
                </a:lnTo>
                <a:lnTo>
                  <a:pt x="1002828" y="1065517"/>
                </a:lnTo>
                <a:lnTo>
                  <a:pt x="1056491" y="1057226"/>
                </a:lnTo>
                <a:lnTo>
                  <a:pt x="1108748" y="1046745"/>
                </a:lnTo>
                <a:lnTo>
                  <a:pt x="1159475" y="1034155"/>
                </a:lnTo>
                <a:lnTo>
                  <a:pt x="1208547" y="1019536"/>
                </a:lnTo>
                <a:lnTo>
                  <a:pt x="1255840" y="1002968"/>
                </a:lnTo>
                <a:lnTo>
                  <a:pt x="1301230" y="984531"/>
                </a:lnTo>
                <a:lnTo>
                  <a:pt x="1344592" y="964305"/>
                </a:lnTo>
                <a:lnTo>
                  <a:pt x="1385802" y="942371"/>
                </a:lnTo>
                <a:lnTo>
                  <a:pt x="1424736" y="918809"/>
                </a:lnTo>
                <a:lnTo>
                  <a:pt x="1461269" y="893698"/>
                </a:lnTo>
                <a:lnTo>
                  <a:pt x="1495278" y="867119"/>
                </a:lnTo>
                <a:lnTo>
                  <a:pt x="1526638" y="839153"/>
                </a:lnTo>
                <a:lnTo>
                  <a:pt x="1555224" y="809878"/>
                </a:lnTo>
                <a:lnTo>
                  <a:pt x="1580913" y="779377"/>
                </a:lnTo>
                <a:lnTo>
                  <a:pt x="1603580" y="747727"/>
                </a:lnTo>
                <a:lnTo>
                  <a:pt x="1639351" y="681307"/>
                </a:lnTo>
                <a:lnTo>
                  <a:pt x="1661542" y="611260"/>
                </a:lnTo>
                <a:lnTo>
                  <a:pt x="1669160" y="538225"/>
                </a:lnTo>
                <a:lnTo>
                  <a:pt x="1667235" y="501375"/>
                </a:lnTo>
                <a:lnTo>
                  <a:pt x="1652206" y="429754"/>
                </a:lnTo>
                <a:lnTo>
                  <a:pt x="1623100" y="361440"/>
                </a:lnTo>
                <a:lnTo>
                  <a:pt x="1580913" y="297074"/>
                </a:lnTo>
                <a:lnTo>
                  <a:pt x="1555224" y="266573"/>
                </a:lnTo>
                <a:lnTo>
                  <a:pt x="1526638" y="237298"/>
                </a:lnTo>
                <a:lnTo>
                  <a:pt x="1495278" y="209332"/>
                </a:lnTo>
                <a:lnTo>
                  <a:pt x="1461269" y="182753"/>
                </a:lnTo>
                <a:lnTo>
                  <a:pt x="1424736" y="157642"/>
                </a:lnTo>
                <a:lnTo>
                  <a:pt x="1385802" y="134080"/>
                </a:lnTo>
                <a:lnTo>
                  <a:pt x="1344592" y="112146"/>
                </a:lnTo>
                <a:lnTo>
                  <a:pt x="1301230" y="91920"/>
                </a:lnTo>
                <a:lnTo>
                  <a:pt x="1255840" y="73483"/>
                </a:lnTo>
                <a:lnTo>
                  <a:pt x="1208547" y="56915"/>
                </a:lnTo>
                <a:lnTo>
                  <a:pt x="1159475" y="42296"/>
                </a:lnTo>
                <a:lnTo>
                  <a:pt x="1108748" y="29706"/>
                </a:lnTo>
                <a:lnTo>
                  <a:pt x="1056491" y="19225"/>
                </a:lnTo>
                <a:lnTo>
                  <a:pt x="1002828" y="10934"/>
                </a:lnTo>
                <a:lnTo>
                  <a:pt x="947882" y="4913"/>
                </a:lnTo>
                <a:lnTo>
                  <a:pt x="891780" y="1241"/>
                </a:lnTo>
                <a:lnTo>
                  <a:pt x="834643" y="0"/>
                </a:lnTo>
                <a:close/>
              </a:path>
            </a:pathLst>
          </a:custGeom>
          <a:ln w="33866">
            <a:solidFill>
              <a:srgbClr val="8064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63600" y="250545"/>
            <a:ext cx="818515" cy="112204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algn="just" marL="12700" marR="5080" indent="76200">
              <a:lnSpc>
                <a:spcPts val="2800"/>
              </a:lnSpc>
              <a:spcBef>
                <a:spcPts val="385"/>
              </a:spcBef>
            </a:pPr>
            <a:r>
              <a:rPr dirty="0" sz="2500" spc="-20">
                <a:latin typeface="Arial MT"/>
                <a:cs typeface="Arial MT"/>
              </a:rPr>
              <a:t>Your </a:t>
            </a:r>
            <a:r>
              <a:rPr dirty="0" sz="2500" spc="-55">
                <a:latin typeface="Arial MT"/>
                <a:cs typeface="Arial MT"/>
              </a:rPr>
              <a:t>Team </a:t>
            </a:r>
            <a:r>
              <a:rPr dirty="0" sz="2500" spc="-120">
                <a:latin typeface="Arial MT"/>
                <a:cs typeface="Arial MT"/>
              </a:rPr>
              <a:t>Name</a:t>
            </a:r>
            <a:endParaRPr sz="25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2900" y="0"/>
            <a:ext cx="2997199" cy="1422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14400" y="3353295"/>
            <a:ext cx="12274550" cy="1762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78790" indent="-466090">
              <a:lnSpc>
                <a:spcPts val="4590"/>
              </a:lnSpc>
              <a:spcBef>
                <a:spcPts val="95"/>
              </a:spcBef>
              <a:buSzPct val="97435"/>
              <a:buChar char="•"/>
              <a:tabLst>
                <a:tab pos="478790" algn="l"/>
              </a:tabLst>
            </a:pPr>
            <a:r>
              <a:rPr dirty="0" sz="3900" spc="-130">
                <a:latin typeface="Arial MT"/>
                <a:cs typeface="Arial MT"/>
              </a:rPr>
              <a:t>Potential</a:t>
            </a:r>
            <a:r>
              <a:rPr dirty="0" sz="3900" spc="-25">
                <a:latin typeface="Arial MT"/>
                <a:cs typeface="Arial MT"/>
              </a:rPr>
              <a:t> </a:t>
            </a:r>
            <a:r>
              <a:rPr dirty="0" sz="3900" spc="-100">
                <a:latin typeface="Arial MT"/>
                <a:cs typeface="Arial MT"/>
              </a:rPr>
              <a:t>impact</a:t>
            </a:r>
            <a:r>
              <a:rPr dirty="0" sz="3900" spc="-180">
                <a:latin typeface="Arial MT"/>
                <a:cs typeface="Arial MT"/>
              </a:rPr>
              <a:t> </a:t>
            </a:r>
            <a:r>
              <a:rPr dirty="0" sz="3900" spc="-195">
                <a:latin typeface="Arial MT"/>
                <a:cs typeface="Arial MT"/>
              </a:rPr>
              <a:t>on</a:t>
            </a:r>
            <a:r>
              <a:rPr dirty="0" sz="3900" spc="-175">
                <a:latin typeface="Arial MT"/>
                <a:cs typeface="Arial MT"/>
              </a:rPr>
              <a:t> </a:t>
            </a:r>
            <a:r>
              <a:rPr dirty="0" sz="3900" spc="-65">
                <a:latin typeface="Arial MT"/>
                <a:cs typeface="Arial MT"/>
              </a:rPr>
              <a:t>the</a:t>
            </a:r>
            <a:r>
              <a:rPr dirty="0" sz="3900" spc="-340">
                <a:latin typeface="Arial MT"/>
                <a:cs typeface="Arial MT"/>
              </a:rPr>
              <a:t> </a:t>
            </a:r>
            <a:r>
              <a:rPr dirty="0" sz="3900" spc="-60">
                <a:latin typeface="Arial MT"/>
                <a:cs typeface="Arial MT"/>
              </a:rPr>
              <a:t>target</a:t>
            </a:r>
            <a:r>
              <a:rPr dirty="0" sz="3900" spc="-185">
                <a:latin typeface="Arial MT"/>
                <a:cs typeface="Arial MT"/>
              </a:rPr>
              <a:t> </a:t>
            </a:r>
            <a:r>
              <a:rPr dirty="0" sz="3900" spc="-10">
                <a:latin typeface="Arial MT"/>
                <a:cs typeface="Arial MT"/>
              </a:rPr>
              <a:t>audience</a:t>
            </a:r>
            <a:endParaRPr sz="3900">
              <a:latin typeface="Arial MT"/>
              <a:cs typeface="Arial MT"/>
            </a:endParaRPr>
          </a:p>
          <a:p>
            <a:pPr marL="469900" marR="5080" indent="-457200">
              <a:lnSpc>
                <a:spcPts val="4500"/>
              </a:lnSpc>
              <a:spcBef>
                <a:spcPts val="190"/>
              </a:spcBef>
              <a:buSzPct val="97435"/>
              <a:buChar char="•"/>
              <a:tabLst>
                <a:tab pos="469900" algn="l"/>
                <a:tab pos="478790" algn="l"/>
              </a:tabLst>
            </a:pPr>
            <a:r>
              <a:rPr dirty="0" sz="3900">
                <a:latin typeface="Arial MT"/>
                <a:cs typeface="Arial MT"/>
              </a:rPr>
              <a:t>	</a:t>
            </a:r>
            <a:r>
              <a:rPr dirty="0" sz="3900" spc="-100">
                <a:latin typeface="Arial MT"/>
                <a:cs typeface="Arial MT"/>
              </a:rPr>
              <a:t>Benefits</a:t>
            </a:r>
            <a:r>
              <a:rPr dirty="0" sz="3900" spc="-175">
                <a:latin typeface="Arial MT"/>
                <a:cs typeface="Arial MT"/>
              </a:rPr>
              <a:t> </a:t>
            </a:r>
            <a:r>
              <a:rPr dirty="0" sz="3900">
                <a:latin typeface="Arial MT"/>
                <a:cs typeface="Arial MT"/>
              </a:rPr>
              <a:t>of</a:t>
            </a:r>
            <a:r>
              <a:rPr dirty="0" sz="3900" spc="-245">
                <a:latin typeface="Arial MT"/>
                <a:cs typeface="Arial MT"/>
              </a:rPr>
              <a:t> </a:t>
            </a:r>
            <a:r>
              <a:rPr dirty="0" sz="3900" spc="-35">
                <a:latin typeface="Arial MT"/>
                <a:cs typeface="Arial MT"/>
              </a:rPr>
              <a:t>the</a:t>
            </a:r>
            <a:r>
              <a:rPr dirty="0" sz="3900" spc="-229">
                <a:latin typeface="Arial MT"/>
                <a:cs typeface="Arial MT"/>
              </a:rPr>
              <a:t> </a:t>
            </a:r>
            <a:r>
              <a:rPr dirty="0" sz="3900" spc="-114">
                <a:latin typeface="Arial MT"/>
                <a:cs typeface="Arial MT"/>
              </a:rPr>
              <a:t>solution</a:t>
            </a:r>
            <a:r>
              <a:rPr dirty="0" sz="3900" spc="-160">
                <a:latin typeface="Arial MT"/>
                <a:cs typeface="Arial MT"/>
              </a:rPr>
              <a:t> </a:t>
            </a:r>
            <a:r>
              <a:rPr dirty="0" sz="3800" spc="-90">
                <a:latin typeface="Arial MT"/>
                <a:cs typeface="Arial MT"/>
              </a:rPr>
              <a:t>(</a:t>
            </a:r>
            <a:r>
              <a:rPr dirty="0" sz="3900" spc="-90">
                <a:latin typeface="Arial MT"/>
                <a:cs typeface="Arial MT"/>
              </a:rPr>
              <a:t>social</a:t>
            </a:r>
            <a:r>
              <a:rPr dirty="0" sz="3800" spc="-90">
                <a:latin typeface="Arial MT"/>
                <a:cs typeface="Arial MT"/>
              </a:rPr>
              <a:t>,</a:t>
            </a:r>
            <a:r>
              <a:rPr dirty="0" sz="3800">
                <a:latin typeface="Arial MT"/>
                <a:cs typeface="Arial MT"/>
              </a:rPr>
              <a:t> </a:t>
            </a:r>
            <a:r>
              <a:rPr dirty="0" sz="3900" spc="-100">
                <a:latin typeface="Arial MT"/>
                <a:cs typeface="Arial MT"/>
              </a:rPr>
              <a:t>economic</a:t>
            </a:r>
            <a:r>
              <a:rPr dirty="0" sz="3800" spc="-100">
                <a:latin typeface="Arial MT"/>
                <a:cs typeface="Arial MT"/>
              </a:rPr>
              <a:t>,</a:t>
            </a:r>
            <a:r>
              <a:rPr dirty="0" sz="3800">
                <a:latin typeface="Arial MT"/>
                <a:cs typeface="Arial MT"/>
              </a:rPr>
              <a:t> </a:t>
            </a:r>
            <a:r>
              <a:rPr dirty="0" sz="3900" spc="-105">
                <a:latin typeface="Arial MT"/>
                <a:cs typeface="Arial MT"/>
              </a:rPr>
              <a:t>environmental</a:t>
            </a:r>
            <a:r>
              <a:rPr dirty="0" sz="3800" spc="-105">
                <a:latin typeface="Arial MT"/>
                <a:cs typeface="Arial MT"/>
              </a:rPr>
              <a:t>, </a:t>
            </a:r>
            <a:r>
              <a:rPr dirty="0" sz="3900" spc="-10">
                <a:latin typeface="Arial MT"/>
                <a:cs typeface="Arial MT"/>
              </a:rPr>
              <a:t>etc</a:t>
            </a:r>
            <a:r>
              <a:rPr dirty="0" sz="3800" spc="-10">
                <a:latin typeface="Arial MT"/>
                <a:cs typeface="Arial MT"/>
              </a:rPr>
              <a:t>.)</a:t>
            </a:r>
            <a:endParaRPr sz="38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755"/>
              </a:lnSpc>
            </a:pPr>
            <a:r>
              <a:rPr dirty="0" sz="1800" spc="-180">
                <a:latin typeface="Gadugi"/>
                <a:cs typeface="Gadugi"/>
              </a:rPr>
              <a:t>@</a:t>
            </a:r>
            <a:r>
              <a:rPr dirty="0" spc="-180"/>
              <a:t>SIH</a:t>
            </a:r>
            <a:r>
              <a:rPr dirty="0" spc="-140"/>
              <a:t> </a:t>
            </a:r>
            <a:r>
              <a:rPr dirty="0" spc="-75"/>
              <a:t>Idea</a:t>
            </a:r>
            <a:r>
              <a:rPr dirty="0" spc="-70"/>
              <a:t> </a:t>
            </a:r>
            <a:r>
              <a:rPr dirty="0" spc="-50"/>
              <a:t>submission</a:t>
            </a:r>
            <a:r>
              <a:rPr dirty="0" sz="1550" spc="-50">
                <a:latin typeface="Tahoma"/>
                <a:cs typeface="Tahoma"/>
              </a:rPr>
              <a:t>-</a:t>
            </a:r>
            <a:r>
              <a:rPr dirty="0" sz="1550" spc="-30">
                <a:latin typeface="Tahoma"/>
                <a:cs typeface="Tahoma"/>
              </a:rPr>
              <a:t> </a:t>
            </a:r>
            <a:r>
              <a:rPr dirty="0" spc="-20"/>
              <a:t>Template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 spc="120"/>
              <a:t>4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1605" rIns="0" bIns="0" rtlCol="0" vert="horz">
            <a:spAutoFit/>
          </a:bodyPr>
          <a:lstStyle/>
          <a:p>
            <a:pPr marL="1689100">
              <a:lnSpc>
                <a:spcPct val="100000"/>
              </a:lnSpc>
              <a:spcBef>
                <a:spcPts val="115"/>
              </a:spcBef>
            </a:pPr>
            <a:r>
              <a:rPr dirty="0" spc="-400"/>
              <a:t>RESEARCH</a:t>
            </a:r>
            <a:r>
              <a:rPr dirty="0" spc="700"/>
              <a:t> </a:t>
            </a:r>
            <a:r>
              <a:rPr dirty="0" spc="-180"/>
              <a:t>AND</a:t>
            </a:r>
            <a:r>
              <a:rPr dirty="0" spc="-545"/>
              <a:t> </a:t>
            </a:r>
            <a:r>
              <a:rPr dirty="0" spc="-405"/>
              <a:t>REFERENCES</a:t>
            </a:r>
          </a:p>
        </p:txBody>
      </p:sp>
      <p:sp>
        <p:nvSpPr>
          <p:cNvPr id="4" name="object 4"/>
          <p:cNvSpPr/>
          <p:nvPr/>
        </p:nvSpPr>
        <p:spPr>
          <a:xfrm>
            <a:off x="439704" y="336333"/>
            <a:ext cx="1669414" cy="1076960"/>
          </a:xfrm>
          <a:custGeom>
            <a:avLst/>
            <a:gdLst/>
            <a:ahLst/>
            <a:cxnLst/>
            <a:rect l="l" t="t" r="r" b="b"/>
            <a:pathLst>
              <a:path w="1669414" h="1076960">
                <a:moveTo>
                  <a:pt x="834643" y="0"/>
                </a:moveTo>
                <a:lnTo>
                  <a:pt x="777499" y="1241"/>
                </a:lnTo>
                <a:lnTo>
                  <a:pt x="721387" y="4913"/>
                </a:lnTo>
                <a:lnTo>
                  <a:pt x="666434" y="10934"/>
                </a:lnTo>
                <a:lnTo>
                  <a:pt x="612762" y="19225"/>
                </a:lnTo>
                <a:lnTo>
                  <a:pt x="560497" y="29706"/>
                </a:lnTo>
                <a:lnTo>
                  <a:pt x="509762" y="42296"/>
                </a:lnTo>
                <a:lnTo>
                  <a:pt x="460683" y="56915"/>
                </a:lnTo>
                <a:lnTo>
                  <a:pt x="413383" y="73483"/>
                </a:lnTo>
                <a:lnTo>
                  <a:pt x="367986" y="91920"/>
                </a:lnTo>
                <a:lnTo>
                  <a:pt x="324617" y="112146"/>
                </a:lnTo>
                <a:lnTo>
                  <a:pt x="283401" y="134080"/>
                </a:lnTo>
                <a:lnTo>
                  <a:pt x="244461" y="157642"/>
                </a:lnTo>
                <a:lnTo>
                  <a:pt x="207922" y="182753"/>
                </a:lnTo>
                <a:lnTo>
                  <a:pt x="173908" y="209332"/>
                </a:lnTo>
                <a:lnTo>
                  <a:pt x="142544" y="237298"/>
                </a:lnTo>
                <a:lnTo>
                  <a:pt x="113953" y="266573"/>
                </a:lnTo>
                <a:lnTo>
                  <a:pt x="88260" y="297074"/>
                </a:lnTo>
                <a:lnTo>
                  <a:pt x="65590" y="328724"/>
                </a:lnTo>
                <a:lnTo>
                  <a:pt x="29814" y="395144"/>
                </a:lnTo>
                <a:lnTo>
                  <a:pt x="7619" y="465191"/>
                </a:lnTo>
                <a:lnTo>
                  <a:pt x="0" y="538225"/>
                </a:lnTo>
                <a:lnTo>
                  <a:pt x="1925" y="575076"/>
                </a:lnTo>
                <a:lnTo>
                  <a:pt x="16956" y="646697"/>
                </a:lnTo>
                <a:lnTo>
                  <a:pt x="46066" y="715011"/>
                </a:lnTo>
                <a:lnTo>
                  <a:pt x="88260" y="779377"/>
                </a:lnTo>
                <a:lnTo>
                  <a:pt x="113953" y="809878"/>
                </a:lnTo>
                <a:lnTo>
                  <a:pt x="142544" y="839153"/>
                </a:lnTo>
                <a:lnTo>
                  <a:pt x="173908" y="867119"/>
                </a:lnTo>
                <a:lnTo>
                  <a:pt x="207922" y="893698"/>
                </a:lnTo>
                <a:lnTo>
                  <a:pt x="244461" y="918809"/>
                </a:lnTo>
                <a:lnTo>
                  <a:pt x="283401" y="942371"/>
                </a:lnTo>
                <a:lnTo>
                  <a:pt x="324617" y="964305"/>
                </a:lnTo>
                <a:lnTo>
                  <a:pt x="367986" y="984531"/>
                </a:lnTo>
                <a:lnTo>
                  <a:pt x="413383" y="1002968"/>
                </a:lnTo>
                <a:lnTo>
                  <a:pt x="460683" y="1019536"/>
                </a:lnTo>
                <a:lnTo>
                  <a:pt x="509762" y="1034155"/>
                </a:lnTo>
                <a:lnTo>
                  <a:pt x="560497" y="1046745"/>
                </a:lnTo>
                <a:lnTo>
                  <a:pt x="612762" y="1057226"/>
                </a:lnTo>
                <a:lnTo>
                  <a:pt x="666434" y="1065517"/>
                </a:lnTo>
                <a:lnTo>
                  <a:pt x="721387" y="1071538"/>
                </a:lnTo>
                <a:lnTo>
                  <a:pt x="777499" y="1075210"/>
                </a:lnTo>
                <a:lnTo>
                  <a:pt x="834643" y="1076452"/>
                </a:lnTo>
                <a:lnTo>
                  <a:pt x="891780" y="1075210"/>
                </a:lnTo>
                <a:lnTo>
                  <a:pt x="947882" y="1071538"/>
                </a:lnTo>
                <a:lnTo>
                  <a:pt x="1002828" y="1065517"/>
                </a:lnTo>
                <a:lnTo>
                  <a:pt x="1056491" y="1057226"/>
                </a:lnTo>
                <a:lnTo>
                  <a:pt x="1108748" y="1046745"/>
                </a:lnTo>
                <a:lnTo>
                  <a:pt x="1159475" y="1034155"/>
                </a:lnTo>
                <a:lnTo>
                  <a:pt x="1208547" y="1019536"/>
                </a:lnTo>
                <a:lnTo>
                  <a:pt x="1255840" y="1002968"/>
                </a:lnTo>
                <a:lnTo>
                  <a:pt x="1301230" y="984531"/>
                </a:lnTo>
                <a:lnTo>
                  <a:pt x="1344592" y="964305"/>
                </a:lnTo>
                <a:lnTo>
                  <a:pt x="1385802" y="942371"/>
                </a:lnTo>
                <a:lnTo>
                  <a:pt x="1424736" y="918809"/>
                </a:lnTo>
                <a:lnTo>
                  <a:pt x="1461269" y="893698"/>
                </a:lnTo>
                <a:lnTo>
                  <a:pt x="1495278" y="867119"/>
                </a:lnTo>
                <a:lnTo>
                  <a:pt x="1526638" y="839153"/>
                </a:lnTo>
                <a:lnTo>
                  <a:pt x="1555224" y="809878"/>
                </a:lnTo>
                <a:lnTo>
                  <a:pt x="1580913" y="779377"/>
                </a:lnTo>
                <a:lnTo>
                  <a:pt x="1603580" y="747727"/>
                </a:lnTo>
                <a:lnTo>
                  <a:pt x="1639351" y="681307"/>
                </a:lnTo>
                <a:lnTo>
                  <a:pt x="1661542" y="611260"/>
                </a:lnTo>
                <a:lnTo>
                  <a:pt x="1669160" y="538225"/>
                </a:lnTo>
                <a:lnTo>
                  <a:pt x="1667235" y="501375"/>
                </a:lnTo>
                <a:lnTo>
                  <a:pt x="1652206" y="429754"/>
                </a:lnTo>
                <a:lnTo>
                  <a:pt x="1623100" y="361440"/>
                </a:lnTo>
                <a:lnTo>
                  <a:pt x="1580913" y="297074"/>
                </a:lnTo>
                <a:lnTo>
                  <a:pt x="1555224" y="266573"/>
                </a:lnTo>
                <a:lnTo>
                  <a:pt x="1526638" y="237298"/>
                </a:lnTo>
                <a:lnTo>
                  <a:pt x="1495278" y="209332"/>
                </a:lnTo>
                <a:lnTo>
                  <a:pt x="1461269" y="182753"/>
                </a:lnTo>
                <a:lnTo>
                  <a:pt x="1424736" y="157642"/>
                </a:lnTo>
                <a:lnTo>
                  <a:pt x="1385802" y="134080"/>
                </a:lnTo>
                <a:lnTo>
                  <a:pt x="1344592" y="112146"/>
                </a:lnTo>
                <a:lnTo>
                  <a:pt x="1301230" y="91920"/>
                </a:lnTo>
                <a:lnTo>
                  <a:pt x="1255840" y="73483"/>
                </a:lnTo>
                <a:lnTo>
                  <a:pt x="1208547" y="56915"/>
                </a:lnTo>
                <a:lnTo>
                  <a:pt x="1159475" y="42296"/>
                </a:lnTo>
                <a:lnTo>
                  <a:pt x="1108748" y="29706"/>
                </a:lnTo>
                <a:lnTo>
                  <a:pt x="1056491" y="19225"/>
                </a:lnTo>
                <a:lnTo>
                  <a:pt x="1002828" y="10934"/>
                </a:lnTo>
                <a:lnTo>
                  <a:pt x="947882" y="4913"/>
                </a:lnTo>
                <a:lnTo>
                  <a:pt x="891780" y="1241"/>
                </a:lnTo>
                <a:lnTo>
                  <a:pt x="834643" y="0"/>
                </a:lnTo>
                <a:close/>
              </a:path>
            </a:pathLst>
          </a:custGeom>
          <a:ln w="33866">
            <a:solidFill>
              <a:srgbClr val="8064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63600" y="250545"/>
            <a:ext cx="818515" cy="112204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algn="just" marL="12700" marR="5080" indent="76200">
              <a:lnSpc>
                <a:spcPts val="2800"/>
              </a:lnSpc>
              <a:spcBef>
                <a:spcPts val="385"/>
              </a:spcBef>
            </a:pPr>
            <a:r>
              <a:rPr dirty="0" sz="2500" spc="-20">
                <a:latin typeface="Arial MT"/>
                <a:cs typeface="Arial MT"/>
              </a:rPr>
              <a:t>Your </a:t>
            </a:r>
            <a:r>
              <a:rPr dirty="0" sz="2500" spc="-55">
                <a:latin typeface="Arial MT"/>
                <a:cs typeface="Arial MT"/>
              </a:rPr>
              <a:t>Team </a:t>
            </a:r>
            <a:r>
              <a:rPr dirty="0" sz="2500" spc="-120">
                <a:latin typeface="Arial MT"/>
                <a:cs typeface="Arial MT"/>
              </a:rPr>
              <a:t>Name</a:t>
            </a:r>
            <a:endParaRPr sz="25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2900" y="0"/>
            <a:ext cx="2997199" cy="1422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14400" y="3708895"/>
            <a:ext cx="10689590" cy="619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78790" indent="-466090">
              <a:lnSpc>
                <a:spcPct val="100000"/>
              </a:lnSpc>
              <a:spcBef>
                <a:spcPts val="95"/>
              </a:spcBef>
              <a:buSzPct val="97435"/>
              <a:buChar char="•"/>
              <a:tabLst>
                <a:tab pos="478790" algn="l"/>
              </a:tabLst>
            </a:pPr>
            <a:r>
              <a:rPr dirty="0" sz="3900" spc="-135">
                <a:latin typeface="Arial MT"/>
                <a:cs typeface="Arial MT"/>
              </a:rPr>
              <a:t>Details</a:t>
            </a:r>
            <a:r>
              <a:rPr dirty="0" sz="3900" spc="-270">
                <a:latin typeface="Arial MT"/>
                <a:cs typeface="Arial MT"/>
              </a:rPr>
              <a:t> </a:t>
            </a:r>
            <a:r>
              <a:rPr dirty="0" sz="3800" spc="365">
                <a:latin typeface="Arial MT"/>
                <a:cs typeface="Arial MT"/>
              </a:rPr>
              <a:t>/</a:t>
            </a:r>
            <a:r>
              <a:rPr dirty="0" sz="3800" spc="-245">
                <a:latin typeface="Arial MT"/>
                <a:cs typeface="Arial MT"/>
              </a:rPr>
              <a:t> </a:t>
            </a:r>
            <a:r>
              <a:rPr dirty="0" sz="3900" spc="-160">
                <a:latin typeface="Arial MT"/>
                <a:cs typeface="Arial MT"/>
              </a:rPr>
              <a:t>Links</a:t>
            </a:r>
            <a:r>
              <a:rPr dirty="0" sz="3900" spc="-270">
                <a:latin typeface="Arial MT"/>
                <a:cs typeface="Arial MT"/>
              </a:rPr>
              <a:t> </a:t>
            </a:r>
            <a:r>
              <a:rPr dirty="0" sz="3900">
                <a:latin typeface="Arial MT"/>
                <a:cs typeface="Arial MT"/>
              </a:rPr>
              <a:t>of</a:t>
            </a:r>
            <a:r>
              <a:rPr dirty="0" sz="3900" spc="-300">
                <a:latin typeface="Arial MT"/>
                <a:cs typeface="Arial MT"/>
              </a:rPr>
              <a:t> </a:t>
            </a:r>
            <a:r>
              <a:rPr dirty="0" sz="3900" spc="-60">
                <a:latin typeface="Arial MT"/>
                <a:cs typeface="Arial MT"/>
              </a:rPr>
              <a:t>the</a:t>
            </a:r>
            <a:r>
              <a:rPr dirty="0" sz="3900" spc="-210">
                <a:latin typeface="Arial MT"/>
                <a:cs typeface="Arial MT"/>
              </a:rPr>
              <a:t> </a:t>
            </a:r>
            <a:r>
              <a:rPr dirty="0" sz="3900" spc="-95">
                <a:latin typeface="Arial MT"/>
                <a:cs typeface="Arial MT"/>
              </a:rPr>
              <a:t>reference</a:t>
            </a:r>
            <a:r>
              <a:rPr dirty="0" sz="3900" spc="-320">
                <a:latin typeface="Arial MT"/>
                <a:cs typeface="Arial MT"/>
              </a:rPr>
              <a:t> </a:t>
            </a:r>
            <a:r>
              <a:rPr dirty="0" sz="3900" spc="-165">
                <a:latin typeface="Arial MT"/>
                <a:cs typeface="Arial MT"/>
              </a:rPr>
              <a:t>and</a:t>
            </a:r>
            <a:r>
              <a:rPr dirty="0" sz="3900" spc="-215">
                <a:latin typeface="Arial MT"/>
                <a:cs typeface="Arial MT"/>
              </a:rPr>
              <a:t> </a:t>
            </a:r>
            <a:r>
              <a:rPr dirty="0" sz="3900" spc="-140">
                <a:latin typeface="Arial MT"/>
                <a:cs typeface="Arial MT"/>
              </a:rPr>
              <a:t>research</a:t>
            </a:r>
            <a:r>
              <a:rPr dirty="0" sz="3900" spc="-135">
                <a:latin typeface="Arial MT"/>
                <a:cs typeface="Arial MT"/>
              </a:rPr>
              <a:t> </a:t>
            </a:r>
            <a:r>
              <a:rPr dirty="0" sz="3900" spc="-20">
                <a:latin typeface="Arial MT"/>
                <a:cs typeface="Arial MT"/>
              </a:rPr>
              <a:t>work</a:t>
            </a:r>
            <a:endParaRPr sz="39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755"/>
              </a:lnSpc>
            </a:pPr>
            <a:r>
              <a:rPr dirty="0" sz="1800" spc="-180">
                <a:latin typeface="Gadugi"/>
                <a:cs typeface="Gadugi"/>
              </a:rPr>
              <a:t>@</a:t>
            </a:r>
            <a:r>
              <a:rPr dirty="0" spc="-180"/>
              <a:t>SIH</a:t>
            </a:r>
            <a:r>
              <a:rPr dirty="0" spc="-140"/>
              <a:t> </a:t>
            </a:r>
            <a:r>
              <a:rPr dirty="0" spc="-75"/>
              <a:t>Idea</a:t>
            </a:r>
            <a:r>
              <a:rPr dirty="0" spc="-70"/>
              <a:t> </a:t>
            </a:r>
            <a:r>
              <a:rPr dirty="0" spc="-50"/>
              <a:t>submission</a:t>
            </a:r>
            <a:r>
              <a:rPr dirty="0" sz="1550" spc="-50">
                <a:latin typeface="Tahoma"/>
                <a:cs typeface="Tahoma"/>
              </a:rPr>
              <a:t>-</a:t>
            </a:r>
            <a:r>
              <a:rPr dirty="0" sz="1550" spc="-30">
                <a:latin typeface="Tahoma"/>
                <a:cs typeface="Tahoma"/>
              </a:rPr>
              <a:t> </a:t>
            </a:r>
            <a:r>
              <a:rPr dirty="0" spc="-20"/>
              <a:t>Template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 spc="120"/>
              <a:t>4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346200">
              <a:lnSpc>
                <a:spcPct val="100000"/>
              </a:lnSpc>
              <a:spcBef>
                <a:spcPts val="115"/>
              </a:spcBef>
            </a:pPr>
            <a:r>
              <a:rPr dirty="0" spc="-200"/>
              <a:t>IMPORTANT</a:t>
            </a:r>
            <a:r>
              <a:rPr dirty="0" spc="-450"/>
              <a:t> </a:t>
            </a:r>
            <a:r>
              <a:rPr dirty="0" spc="-275"/>
              <a:t>INSTRUCTIONS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042900" y="0"/>
            <a:ext cx="2997199" cy="1422400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0" y="2286000"/>
            <a:ext cx="16256000" cy="6032500"/>
            <a:chOff x="0" y="2286000"/>
            <a:chExt cx="16256000" cy="6032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86000"/>
              <a:ext cx="16256000" cy="60325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336800"/>
              <a:ext cx="16256000" cy="585470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596900" y="1524528"/>
            <a:ext cx="15476855" cy="54629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17500">
              <a:lnSpc>
                <a:spcPct val="100000"/>
              </a:lnSpc>
              <a:spcBef>
                <a:spcPts val="95"/>
              </a:spcBef>
            </a:pPr>
            <a:r>
              <a:rPr dirty="0" sz="2500" spc="-120" b="1">
                <a:latin typeface="Arial"/>
                <a:cs typeface="Arial"/>
              </a:rPr>
              <a:t>P</a:t>
            </a:r>
            <a:r>
              <a:rPr dirty="0" sz="2600" spc="-120" b="1">
                <a:latin typeface="Arial"/>
                <a:cs typeface="Arial"/>
              </a:rPr>
              <a:t>l</a:t>
            </a:r>
            <a:r>
              <a:rPr dirty="0" sz="2500" spc="-120" b="1">
                <a:latin typeface="Arial"/>
                <a:cs typeface="Arial"/>
              </a:rPr>
              <a:t>ea</a:t>
            </a:r>
            <a:r>
              <a:rPr dirty="0" sz="2600" spc="-120" b="1">
                <a:latin typeface="Arial"/>
                <a:cs typeface="Arial"/>
              </a:rPr>
              <a:t>s</a:t>
            </a:r>
            <a:r>
              <a:rPr dirty="0" sz="2500" spc="-120" b="1">
                <a:latin typeface="Arial"/>
                <a:cs typeface="Arial"/>
              </a:rPr>
              <a:t>e</a:t>
            </a:r>
            <a:r>
              <a:rPr dirty="0" sz="2500" spc="-275" b="1">
                <a:latin typeface="Arial"/>
                <a:cs typeface="Arial"/>
              </a:rPr>
              <a:t> </a:t>
            </a:r>
            <a:r>
              <a:rPr dirty="0" sz="2500" spc="-120" b="1">
                <a:latin typeface="Arial"/>
                <a:cs typeface="Arial"/>
              </a:rPr>
              <a:t>e</a:t>
            </a:r>
            <a:r>
              <a:rPr dirty="0" sz="2600" spc="-120" b="1">
                <a:latin typeface="Arial"/>
                <a:cs typeface="Arial"/>
              </a:rPr>
              <a:t>nsur</a:t>
            </a:r>
            <a:r>
              <a:rPr dirty="0" sz="2500" spc="-120" b="1">
                <a:latin typeface="Arial"/>
                <a:cs typeface="Arial"/>
              </a:rPr>
              <a:t>e</a:t>
            </a:r>
            <a:r>
              <a:rPr dirty="0" sz="2500" spc="-275" b="1">
                <a:latin typeface="Arial"/>
                <a:cs typeface="Arial"/>
              </a:rPr>
              <a:t> </a:t>
            </a:r>
            <a:r>
              <a:rPr dirty="0" sz="2500" spc="-105" b="1">
                <a:latin typeface="Arial"/>
                <a:cs typeface="Arial"/>
              </a:rPr>
              <a:t>be</a:t>
            </a:r>
            <a:r>
              <a:rPr dirty="0" sz="2600" spc="-105" b="1">
                <a:latin typeface="Arial"/>
                <a:cs typeface="Arial"/>
              </a:rPr>
              <a:t>low</a:t>
            </a:r>
            <a:r>
              <a:rPr dirty="0" sz="2600" spc="-405" b="1">
                <a:latin typeface="Arial"/>
                <a:cs typeface="Arial"/>
              </a:rPr>
              <a:t> </a:t>
            </a:r>
            <a:r>
              <a:rPr dirty="0" sz="2600" spc="-114" b="1">
                <a:latin typeface="Arial"/>
                <a:cs typeface="Arial"/>
              </a:rPr>
              <a:t>point</a:t>
            </a:r>
            <a:r>
              <a:rPr dirty="0" sz="2500" spc="-114" b="1">
                <a:latin typeface="Arial"/>
                <a:cs typeface="Arial"/>
              </a:rPr>
              <a:t>e</a:t>
            </a:r>
            <a:r>
              <a:rPr dirty="0" sz="2600" spc="-114" b="1">
                <a:latin typeface="Arial"/>
                <a:cs typeface="Arial"/>
              </a:rPr>
              <a:t>rs</a:t>
            </a:r>
            <a:r>
              <a:rPr dirty="0" sz="2600" spc="-305" b="1">
                <a:latin typeface="Arial"/>
                <a:cs typeface="Arial"/>
              </a:rPr>
              <a:t> </a:t>
            </a:r>
            <a:r>
              <a:rPr dirty="0" sz="2500" spc="-45" b="1">
                <a:latin typeface="Arial"/>
                <a:cs typeface="Arial"/>
              </a:rPr>
              <a:t>a</a:t>
            </a:r>
            <a:r>
              <a:rPr dirty="0" sz="2600" spc="-45" b="1">
                <a:latin typeface="Arial"/>
                <a:cs typeface="Arial"/>
              </a:rPr>
              <a:t>r</a:t>
            </a:r>
            <a:r>
              <a:rPr dirty="0" sz="2500" spc="-45" b="1">
                <a:latin typeface="Arial"/>
                <a:cs typeface="Arial"/>
              </a:rPr>
              <a:t>e</a:t>
            </a:r>
            <a:r>
              <a:rPr dirty="0" sz="2500" spc="-165" b="1">
                <a:latin typeface="Arial"/>
                <a:cs typeface="Arial"/>
              </a:rPr>
              <a:t> </a:t>
            </a:r>
            <a:r>
              <a:rPr dirty="0" sz="2600" spc="-90" b="1">
                <a:latin typeface="Arial"/>
                <a:cs typeface="Arial"/>
              </a:rPr>
              <a:t>m</a:t>
            </a:r>
            <a:r>
              <a:rPr dirty="0" sz="2500" spc="-90" b="1">
                <a:latin typeface="Arial"/>
                <a:cs typeface="Arial"/>
              </a:rPr>
              <a:t>e</a:t>
            </a:r>
            <a:r>
              <a:rPr dirty="0" sz="2600" spc="-90" b="1">
                <a:latin typeface="Arial"/>
                <a:cs typeface="Arial"/>
              </a:rPr>
              <a:t>t</a:t>
            </a:r>
            <a:r>
              <a:rPr dirty="0" sz="2600" spc="-145" b="1">
                <a:latin typeface="Arial"/>
                <a:cs typeface="Arial"/>
              </a:rPr>
              <a:t> </a:t>
            </a:r>
            <a:r>
              <a:rPr dirty="0" sz="2600" spc="-120" b="1">
                <a:latin typeface="Arial"/>
                <a:cs typeface="Arial"/>
              </a:rPr>
              <a:t>whil</a:t>
            </a:r>
            <a:r>
              <a:rPr dirty="0" sz="2500" spc="-120" b="1">
                <a:latin typeface="Arial"/>
                <a:cs typeface="Arial"/>
              </a:rPr>
              <a:t>e</a:t>
            </a:r>
            <a:r>
              <a:rPr dirty="0" sz="2500" spc="-275" b="1">
                <a:latin typeface="Arial"/>
                <a:cs typeface="Arial"/>
              </a:rPr>
              <a:t> </a:t>
            </a:r>
            <a:r>
              <a:rPr dirty="0" sz="2600" spc="-125" b="1">
                <a:latin typeface="Arial"/>
                <a:cs typeface="Arial"/>
              </a:rPr>
              <a:t>su</a:t>
            </a:r>
            <a:r>
              <a:rPr dirty="0" sz="2500" spc="-125" b="1">
                <a:latin typeface="Arial"/>
                <a:cs typeface="Arial"/>
              </a:rPr>
              <a:t>b</a:t>
            </a:r>
            <a:r>
              <a:rPr dirty="0" sz="2600" spc="-125" b="1">
                <a:latin typeface="Arial"/>
                <a:cs typeface="Arial"/>
              </a:rPr>
              <a:t>mitting</a:t>
            </a:r>
            <a:r>
              <a:rPr dirty="0" sz="2600" spc="-130" b="1">
                <a:latin typeface="Arial"/>
                <a:cs typeface="Arial"/>
              </a:rPr>
              <a:t> </a:t>
            </a:r>
            <a:r>
              <a:rPr dirty="0" sz="2600" spc="-50" b="1">
                <a:latin typeface="Arial"/>
                <a:cs typeface="Arial"/>
              </a:rPr>
              <a:t>th</a:t>
            </a:r>
            <a:r>
              <a:rPr dirty="0" sz="2500" spc="-50" b="1">
                <a:latin typeface="Arial"/>
                <a:cs typeface="Arial"/>
              </a:rPr>
              <a:t>e</a:t>
            </a:r>
            <a:r>
              <a:rPr dirty="0" sz="2500" spc="-275" b="1">
                <a:latin typeface="Arial"/>
                <a:cs typeface="Arial"/>
              </a:rPr>
              <a:t> </a:t>
            </a:r>
            <a:r>
              <a:rPr dirty="0" sz="2500" spc="-80" b="1">
                <a:latin typeface="Arial"/>
                <a:cs typeface="Arial"/>
              </a:rPr>
              <a:t>Idea</a:t>
            </a:r>
            <a:r>
              <a:rPr dirty="0" sz="2500" spc="-180" b="1">
                <a:latin typeface="Arial"/>
                <a:cs typeface="Arial"/>
              </a:rPr>
              <a:t> </a:t>
            </a:r>
            <a:r>
              <a:rPr dirty="0" sz="2500" spc="-20" b="1">
                <a:latin typeface="Arial"/>
                <a:cs typeface="Arial"/>
              </a:rPr>
              <a:t>PPT: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20"/>
              </a:spcBef>
            </a:pPr>
            <a:endParaRPr sz="2400">
              <a:latin typeface="Arial"/>
              <a:cs typeface="Arial"/>
            </a:endParaRPr>
          </a:p>
          <a:p>
            <a:pPr marL="697865" indent="-685165">
              <a:lnSpc>
                <a:spcPct val="100000"/>
              </a:lnSpc>
              <a:buAutoNum type="arabicPeriod"/>
              <a:tabLst>
                <a:tab pos="697865" algn="l"/>
              </a:tabLst>
            </a:pPr>
            <a:r>
              <a:rPr dirty="0" sz="2500" spc="-130" b="1">
                <a:latin typeface="Arial"/>
                <a:cs typeface="Arial"/>
              </a:rPr>
              <a:t>K</a:t>
            </a:r>
            <a:r>
              <a:rPr dirty="0" sz="2600" spc="-130" b="1">
                <a:latin typeface="Arial"/>
                <a:cs typeface="Arial"/>
              </a:rPr>
              <a:t>in</a:t>
            </a:r>
            <a:r>
              <a:rPr dirty="0" sz="2500" spc="-130" b="1">
                <a:latin typeface="Arial"/>
                <a:cs typeface="Arial"/>
              </a:rPr>
              <a:t>d</a:t>
            </a:r>
            <a:r>
              <a:rPr dirty="0" sz="2600" spc="-130" b="1">
                <a:latin typeface="Arial"/>
                <a:cs typeface="Arial"/>
              </a:rPr>
              <a:t>ly</a:t>
            </a:r>
            <a:r>
              <a:rPr dirty="0" sz="2600" spc="-335" b="1">
                <a:latin typeface="Arial"/>
                <a:cs typeface="Arial"/>
              </a:rPr>
              <a:t> </a:t>
            </a:r>
            <a:r>
              <a:rPr dirty="0" sz="2600" spc="-90" b="1">
                <a:latin typeface="Arial"/>
                <a:cs typeface="Arial"/>
              </a:rPr>
              <a:t>k</a:t>
            </a:r>
            <a:r>
              <a:rPr dirty="0" sz="2500" spc="-90" b="1">
                <a:latin typeface="Arial"/>
                <a:cs typeface="Arial"/>
              </a:rPr>
              <a:t>ee</a:t>
            </a:r>
            <a:r>
              <a:rPr dirty="0" sz="2600" spc="-90" b="1">
                <a:latin typeface="Arial"/>
                <a:cs typeface="Arial"/>
              </a:rPr>
              <a:t>p</a:t>
            </a:r>
            <a:r>
              <a:rPr dirty="0" sz="2600" spc="-330" b="1">
                <a:latin typeface="Arial"/>
                <a:cs typeface="Arial"/>
              </a:rPr>
              <a:t> </a:t>
            </a:r>
            <a:r>
              <a:rPr dirty="0" sz="2600" spc="-50" b="1">
                <a:latin typeface="Arial"/>
                <a:cs typeface="Arial"/>
              </a:rPr>
              <a:t>th</a:t>
            </a:r>
            <a:r>
              <a:rPr dirty="0" sz="2500" spc="-50" b="1">
                <a:latin typeface="Arial"/>
                <a:cs typeface="Arial"/>
              </a:rPr>
              <a:t>e</a:t>
            </a:r>
            <a:r>
              <a:rPr dirty="0" sz="2500" spc="-180" b="1">
                <a:latin typeface="Arial"/>
                <a:cs typeface="Arial"/>
              </a:rPr>
              <a:t> </a:t>
            </a:r>
            <a:r>
              <a:rPr dirty="0" sz="2600" spc="-170" b="1">
                <a:latin typeface="Arial"/>
                <a:cs typeface="Arial"/>
              </a:rPr>
              <a:t>m</a:t>
            </a:r>
            <a:r>
              <a:rPr dirty="0" sz="2500" spc="-170" b="1">
                <a:latin typeface="Arial"/>
                <a:cs typeface="Arial"/>
              </a:rPr>
              <a:t>a</a:t>
            </a:r>
            <a:r>
              <a:rPr dirty="0" sz="2600" spc="-170" b="1">
                <a:latin typeface="Arial"/>
                <a:cs typeface="Arial"/>
              </a:rPr>
              <a:t>ximum</a:t>
            </a:r>
            <a:r>
              <a:rPr dirty="0" sz="2600" spc="-235" b="1">
                <a:latin typeface="Arial"/>
                <a:cs typeface="Arial"/>
              </a:rPr>
              <a:t> </a:t>
            </a:r>
            <a:r>
              <a:rPr dirty="0" sz="2600" spc="-125" b="1">
                <a:latin typeface="Arial"/>
                <a:cs typeface="Arial"/>
              </a:rPr>
              <a:t>sli</a:t>
            </a:r>
            <a:r>
              <a:rPr dirty="0" sz="2500" spc="-125" b="1">
                <a:latin typeface="Arial"/>
                <a:cs typeface="Arial"/>
              </a:rPr>
              <a:t>de</a:t>
            </a:r>
            <a:r>
              <a:rPr dirty="0" sz="2600" spc="-125" b="1">
                <a:latin typeface="Arial"/>
                <a:cs typeface="Arial"/>
              </a:rPr>
              <a:t>s</a:t>
            </a:r>
            <a:r>
              <a:rPr dirty="0" sz="2600" spc="-315" b="1">
                <a:latin typeface="Arial"/>
                <a:cs typeface="Arial"/>
              </a:rPr>
              <a:t> </a:t>
            </a:r>
            <a:r>
              <a:rPr dirty="0" sz="2600" spc="-70" b="1">
                <a:latin typeface="Arial"/>
                <a:cs typeface="Arial"/>
              </a:rPr>
              <a:t>limit</a:t>
            </a:r>
            <a:r>
              <a:rPr dirty="0" sz="2600" spc="-265" b="1">
                <a:latin typeface="Arial"/>
                <a:cs typeface="Arial"/>
              </a:rPr>
              <a:t> </a:t>
            </a:r>
            <a:r>
              <a:rPr dirty="0" sz="2600" spc="-140" b="1">
                <a:latin typeface="Arial"/>
                <a:cs typeface="Arial"/>
              </a:rPr>
              <a:t>up</a:t>
            </a:r>
            <a:r>
              <a:rPr dirty="0" sz="2600" spc="-225" b="1">
                <a:latin typeface="Arial"/>
                <a:cs typeface="Arial"/>
              </a:rPr>
              <a:t> </a:t>
            </a:r>
            <a:r>
              <a:rPr dirty="0" sz="2600" spc="-65" b="1">
                <a:latin typeface="Arial"/>
                <a:cs typeface="Arial"/>
              </a:rPr>
              <a:t>to</a:t>
            </a:r>
            <a:r>
              <a:rPr dirty="0" sz="2600" spc="-250" b="1">
                <a:latin typeface="Arial"/>
                <a:cs typeface="Arial"/>
              </a:rPr>
              <a:t> </a:t>
            </a:r>
            <a:r>
              <a:rPr dirty="0" sz="2600" spc="-155" b="1">
                <a:latin typeface="Arial"/>
                <a:cs typeface="Arial"/>
              </a:rPr>
              <a:t>six</a:t>
            </a:r>
            <a:r>
              <a:rPr dirty="0" sz="2600" spc="-305" b="1">
                <a:latin typeface="Arial"/>
                <a:cs typeface="Arial"/>
              </a:rPr>
              <a:t> </a:t>
            </a:r>
            <a:r>
              <a:rPr dirty="0" sz="2500" spc="65" b="1">
                <a:solidFill>
                  <a:srgbClr val="BF0000"/>
                </a:solidFill>
                <a:latin typeface="Arial"/>
                <a:cs typeface="Arial"/>
              </a:rPr>
              <a:t>(6).</a:t>
            </a:r>
            <a:r>
              <a:rPr dirty="0" sz="2500" spc="-90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500" spc="155" b="1">
                <a:latin typeface="Arial"/>
                <a:cs typeface="Arial"/>
              </a:rPr>
              <a:t>(</a:t>
            </a:r>
            <a:r>
              <a:rPr dirty="0" sz="2500" spc="-260" b="1">
                <a:latin typeface="Arial"/>
                <a:cs typeface="Arial"/>
              </a:rPr>
              <a:t> </a:t>
            </a:r>
            <a:r>
              <a:rPr dirty="0" sz="2500" spc="-145" b="1">
                <a:latin typeface="Arial"/>
                <a:cs typeface="Arial"/>
              </a:rPr>
              <a:t>I</a:t>
            </a:r>
            <a:r>
              <a:rPr dirty="0" sz="2600" spc="-145" b="1">
                <a:latin typeface="Arial"/>
                <a:cs typeface="Arial"/>
              </a:rPr>
              <a:t>n</a:t>
            </a:r>
            <a:r>
              <a:rPr dirty="0" sz="2500" spc="-145" b="1">
                <a:latin typeface="Arial"/>
                <a:cs typeface="Arial"/>
              </a:rPr>
              <a:t>c</a:t>
            </a:r>
            <a:r>
              <a:rPr dirty="0" sz="2600" spc="-145" b="1">
                <a:latin typeface="Arial"/>
                <a:cs typeface="Arial"/>
              </a:rPr>
              <a:t>lu</a:t>
            </a:r>
            <a:r>
              <a:rPr dirty="0" sz="2500" spc="-145" b="1">
                <a:latin typeface="Arial"/>
                <a:cs typeface="Arial"/>
              </a:rPr>
              <a:t>d</a:t>
            </a:r>
            <a:r>
              <a:rPr dirty="0" sz="2600" spc="-145" b="1">
                <a:latin typeface="Arial"/>
                <a:cs typeface="Arial"/>
              </a:rPr>
              <a:t>ing</a:t>
            </a:r>
            <a:r>
              <a:rPr dirty="0" sz="2600" spc="-150" b="1">
                <a:latin typeface="Arial"/>
                <a:cs typeface="Arial"/>
              </a:rPr>
              <a:t> </a:t>
            </a:r>
            <a:r>
              <a:rPr dirty="0" sz="2600" spc="-50" b="1">
                <a:latin typeface="Arial"/>
                <a:cs typeface="Arial"/>
              </a:rPr>
              <a:t>th</a:t>
            </a:r>
            <a:r>
              <a:rPr dirty="0" sz="2500" spc="-50" b="1">
                <a:latin typeface="Arial"/>
                <a:cs typeface="Arial"/>
              </a:rPr>
              <a:t>e</a:t>
            </a:r>
            <a:r>
              <a:rPr dirty="0" sz="2500" spc="-285" b="1">
                <a:latin typeface="Arial"/>
                <a:cs typeface="Arial"/>
              </a:rPr>
              <a:t> </a:t>
            </a:r>
            <a:r>
              <a:rPr dirty="0" sz="2600" spc="-25" b="1">
                <a:latin typeface="Arial"/>
                <a:cs typeface="Arial"/>
              </a:rPr>
              <a:t>titl</a:t>
            </a:r>
            <a:r>
              <a:rPr dirty="0" sz="2500" spc="-25" b="1">
                <a:latin typeface="Arial"/>
                <a:cs typeface="Arial"/>
              </a:rPr>
              <a:t>e</a:t>
            </a:r>
            <a:r>
              <a:rPr dirty="0" sz="2500" spc="-285" b="1">
                <a:latin typeface="Arial"/>
                <a:cs typeface="Arial"/>
              </a:rPr>
              <a:t> </a:t>
            </a:r>
            <a:r>
              <a:rPr dirty="0" sz="2600" spc="-10" b="1">
                <a:latin typeface="Arial"/>
                <a:cs typeface="Arial"/>
              </a:rPr>
              <a:t>sli</a:t>
            </a:r>
            <a:r>
              <a:rPr dirty="0" sz="2500" spc="-10" b="1">
                <a:latin typeface="Arial"/>
                <a:cs typeface="Arial"/>
              </a:rPr>
              <a:t>de)</a:t>
            </a:r>
            <a:endParaRPr sz="2500">
              <a:latin typeface="Arial"/>
              <a:cs typeface="Arial"/>
            </a:endParaRPr>
          </a:p>
          <a:p>
            <a:pPr marL="697865" indent="-685165">
              <a:lnSpc>
                <a:spcPct val="100000"/>
              </a:lnSpc>
              <a:spcBef>
                <a:spcPts val="780"/>
              </a:spcBef>
              <a:buAutoNum type="arabicPeriod"/>
              <a:tabLst>
                <a:tab pos="697865" algn="l"/>
              </a:tabLst>
            </a:pPr>
            <a:r>
              <a:rPr dirty="0" sz="2500" spc="-40" b="1">
                <a:latin typeface="Arial"/>
                <a:cs typeface="Arial"/>
              </a:rPr>
              <a:t>T</a:t>
            </a:r>
            <a:r>
              <a:rPr dirty="0" sz="2600" spc="-40" b="1">
                <a:latin typeface="Arial"/>
                <a:cs typeface="Arial"/>
              </a:rPr>
              <a:t>ry</a:t>
            </a:r>
            <a:r>
              <a:rPr dirty="0" sz="2600" spc="-335" b="1">
                <a:latin typeface="Arial"/>
                <a:cs typeface="Arial"/>
              </a:rPr>
              <a:t> </a:t>
            </a:r>
            <a:r>
              <a:rPr dirty="0" sz="2600" spc="-65" b="1">
                <a:latin typeface="Arial"/>
                <a:cs typeface="Arial"/>
              </a:rPr>
              <a:t>to</a:t>
            </a:r>
            <a:r>
              <a:rPr dirty="0" sz="2600" spc="-260" b="1">
                <a:latin typeface="Arial"/>
                <a:cs typeface="Arial"/>
              </a:rPr>
              <a:t> </a:t>
            </a:r>
            <a:r>
              <a:rPr dirty="0" sz="2500" spc="-155" b="1">
                <a:latin typeface="Arial"/>
                <a:cs typeface="Arial"/>
              </a:rPr>
              <a:t>a</a:t>
            </a:r>
            <a:r>
              <a:rPr dirty="0" sz="2600" spc="-155" b="1">
                <a:latin typeface="Arial"/>
                <a:cs typeface="Arial"/>
              </a:rPr>
              <a:t>voi</a:t>
            </a:r>
            <a:r>
              <a:rPr dirty="0" sz="2500" spc="-155" b="1">
                <a:latin typeface="Arial"/>
                <a:cs typeface="Arial"/>
              </a:rPr>
              <a:t>d</a:t>
            </a:r>
            <a:r>
              <a:rPr dirty="0" sz="2500" spc="-135" b="1">
                <a:latin typeface="Arial"/>
                <a:cs typeface="Arial"/>
              </a:rPr>
              <a:t> </a:t>
            </a:r>
            <a:r>
              <a:rPr dirty="0" sz="2600" spc="-125" b="1">
                <a:latin typeface="Arial"/>
                <a:cs typeface="Arial"/>
              </a:rPr>
              <a:t>p</a:t>
            </a:r>
            <a:r>
              <a:rPr dirty="0" sz="2500" spc="-125" b="1">
                <a:latin typeface="Arial"/>
                <a:cs typeface="Arial"/>
              </a:rPr>
              <a:t>a</a:t>
            </a:r>
            <a:r>
              <a:rPr dirty="0" sz="2600" spc="-125" b="1">
                <a:latin typeface="Arial"/>
                <a:cs typeface="Arial"/>
              </a:rPr>
              <a:t>r</a:t>
            </a:r>
            <a:r>
              <a:rPr dirty="0" sz="2500" spc="-125" b="1">
                <a:latin typeface="Arial"/>
                <a:cs typeface="Arial"/>
              </a:rPr>
              <a:t>a</a:t>
            </a:r>
            <a:r>
              <a:rPr dirty="0" sz="2600" spc="-125" b="1">
                <a:latin typeface="Arial"/>
                <a:cs typeface="Arial"/>
              </a:rPr>
              <a:t>gr</a:t>
            </a:r>
            <a:r>
              <a:rPr dirty="0" sz="2500" spc="-125" b="1">
                <a:latin typeface="Arial"/>
                <a:cs typeface="Arial"/>
              </a:rPr>
              <a:t>a</a:t>
            </a:r>
            <a:r>
              <a:rPr dirty="0" sz="2600" spc="-125" b="1">
                <a:latin typeface="Arial"/>
                <a:cs typeface="Arial"/>
              </a:rPr>
              <a:t>phs</a:t>
            </a:r>
            <a:r>
              <a:rPr dirty="0" sz="2600" spc="-210" b="1">
                <a:latin typeface="Arial"/>
                <a:cs typeface="Arial"/>
              </a:rPr>
              <a:t> </a:t>
            </a:r>
            <a:r>
              <a:rPr dirty="0" sz="2500" spc="-120" b="1">
                <a:latin typeface="Arial"/>
                <a:cs typeface="Arial"/>
              </a:rPr>
              <a:t>a</a:t>
            </a:r>
            <a:r>
              <a:rPr dirty="0" sz="2600" spc="-120" b="1">
                <a:latin typeface="Arial"/>
                <a:cs typeface="Arial"/>
              </a:rPr>
              <a:t>n</a:t>
            </a:r>
            <a:r>
              <a:rPr dirty="0" sz="2500" spc="-120" b="1">
                <a:latin typeface="Arial"/>
                <a:cs typeface="Arial"/>
              </a:rPr>
              <a:t>d</a:t>
            </a:r>
            <a:r>
              <a:rPr dirty="0" sz="2500" spc="-245" b="1">
                <a:latin typeface="Arial"/>
                <a:cs typeface="Arial"/>
              </a:rPr>
              <a:t> </a:t>
            </a:r>
            <a:r>
              <a:rPr dirty="0" sz="2600" spc="-125" b="1">
                <a:latin typeface="Arial"/>
                <a:cs typeface="Arial"/>
              </a:rPr>
              <a:t>post</a:t>
            </a:r>
            <a:r>
              <a:rPr dirty="0" sz="2600" spc="-265" b="1">
                <a:latin typeface="Arial"/>
                <a:cs typeface="Arial"/>
              </a:rPr>
              <a:t> </a:t>
            </a:r>
            <a:r>
              <a:rPr dirty="0" sz="2600" spc="-150" b="1">
                <a:latin typeface="Arial"/>
                <a:cs typeface="Arial"/>
              </a:rPr>
              <a:t>your</a:t>
            </a:r>
            <a:r>
              <a:rPr dirty="0" sz="2600" spc="-180" b="1">
                <a:latin typeface="Arial"/>
                <a:cs typeface="Arial"/>
              </a:rPr>
              <a:t> </a:t>
            </a:r>
            <a:r>
              <a:rPr dirty="0" sz="2600" spc="-114" b="1">
                <a:latin typeface="Arial"/>
                <a:cs typeface="Arial"/>
              </a:rPr>
              <a:t>i</a:t>
            </a:r>
            <a:r>
              <a:rPr dirty="0" sz="2500" spc="-114" b="1">
                <a:latin typeface="Arial"/>
                <a:cs typeface="Arial"/>
              </a:rPr>
              <a:t>dea</a:t>
            </a:r>
            <a:r>
              <a:rPr dirty="0" sz="2500" spc="-95" b="1">
                <a:latin typeface="Arial"/>
                <a:cs typeface="Arial"/>
              </a:rPr>
              <a:t> </a:t>
            </a:r>
            <a:r>
              <a:rPr dirty="0" sz="2600" spc="-155" b="1">
                <a:latin typeface="Arial"/>
                <a:cs typeface="Arial"/>
              </a:rPr>
              <a:t>in</a:t>
            </a:r>
            <a:r>
              <a:rPr dirty="0" sz="2600" spc="-220" b="1">
                <a:latin typeface="Arial"/>
                <a:cs typeface="Arial"/>
              </a:rPr>
              <a:t> </a:t>
            </a:r>
            <a:r>
              <a:rPr dirty="0" sz="2600" spc="-145" b="1">
                <a:latin typeface="Arial"/>
                <a:cs typeface="Arial"/>
              </a:rPr>
              <a:t>points</a:t>
            </a:r>
            <a:r>
              <a:rPr dirty="0" sz="2600" spc="-215" b="1">
                <a:latin typeface="Arial"/>
                <a:cs typeface="Arial"/>
              </a:rPr>
              <a:t> </a:t>
            </a:r>
            <a:r>
              <a:rPr dirty="0" sz="2500" spc="-70" b="1">
                <a:latin typeface="Arial"/>
                <a:cs typeface="Arial"/>
              </a:rPr>
              <a:t>/d</a:t>
            </a:r>
            <a:r>
              <a:rPr dirty="0" sz="2600" spc="-70" b="1">
                <a:latin typeface="Arial"/>
                <a:cs typeface="Arial"/>
              </a:rPr>
              <a:t>i</a:t>
            </a:r>
            <a:r>
              <a:rPr dirty="0" sz="2500" spc="-70" b="1">
                <a:latin typeface="Arial"/>
                <a:cs typeface="Arial"/>
              </a:rPr>
              <a:t>a</a:t>
            </a:r>
            <a:r>
              <a:rPr dirty="0" sz="2600" spc="-70" b="1">
                <a:latin typeface="Arial"/>
                <a:cs typeface="Arial"/>
              </a:rPr>
              <a:t>gr</a:t>
            </a:r>
            <a:r>
              <a:rPr dirty="0" sz="2500" spc="-70" b="1">
                <a:latin typeface="Arial"/>
                <a:cs typeface="Arial"/>
              </a:rPr>
              <a:t>a</a:t>
            </a:r>
            <a:r>
              <a:rPr dirty="0" sz="2600" spc="-70" b="1">
                <a:latin typeface="Arial"/>
                <a:cs typeface="Arial"/>
              </a:rPr>
              <a:t>ms</a:t>
            </a:r>
            <a:r>
              <a:rPr dirty="0" sz="2600" spc="-315" b="1">
                <a:latin typeface="Arial"/>
                <a:cs typeface="Arial"/>
              </a:rPr>
              <a:t> </a:t>
            </a:r>
            <a:r>
              <a:rPr dirty="0" sz="2500" spc="340" b="1">
                <a:latin typeface="Arial"/>
                <a:cs typeface="Arial"/>
              </a:rPr>
              <a:t>/</a:t>
            </a:r>
            <a:r>
              <a:rPr dirty="0" sz="2500" spc="-95" b="1">
                <a:latin typeface="Arial"/>
                <a:cs typeface="Arial"/>
              </a:rPr>
              <a:t> </a:t>
            </a:r>
            <a:r>
              <a:rPr dirty="0" sz="2500" spc="-130" b="1">
                <a:latin typeface="Arial"/>
                <a:cs typeface="Arial"/>
              </a:rPr>
              <a:t>I</a:t>
            </a:r>
            <a:r>
              <a:rPr dirty="0" sz="2600" spc="-130" b="1">
                <a:latin typeface="Arial"/>
                <a:cs typeface="Arial"/>
              </a:rPr>
              <a:t>nfogr</a:t>
            </a:r>
            <a:r>
              <a:rPr dirty="0" sz="2500" spc="-130" b="1">
                <a:latin typeface="Arial"/>
                <a:cs typeface="Arial"/>
              </a:rPr>
              <a:t>a</a:t>
            </a:r>
            <a:r>
              <a:rPr dirty="0" sz="2600" spc="-130" b="1">
                <a:latin typeface="Arial"/>
                <a:cs typeface="Arial"/>
              </a:rPr>
              <a:t>phi</a:t>
            </a:r>
            <a:r>
              <a:rPr dirty="0" sz="2500" spc="-130" b="1">
                <a:latin typeface="Arial"/>
                <a:cs typeface="Arial"/>
              </a:rPr>
              <a:t>c</a:t>
            </a:r>
            <a:r>
              <a:rPr dirty="0" sz="2600" spc="-130" b="1">
                <a:latin typeface="Arial"/>
                <a:cs typeface="Arial"/>
              </a:rPr>
              <a:t>s</a:t>
            </a:r>
            <a:r>
              <a:rPr dirty="0" sz="2600" spc="-215" b="1">
                <a:latin typeface="Arial"/>
                <a:cs typeface="Arial"/>
              </a:rPr>
              <a:t> </a:t>
            </a:r>
            <a:r>
              <a:rPr dirty="0" sz="2500" spc="-10" b="1">
                <a:latin typeface="Arial"/>
                <a:cs typeface="Arial"/>
              </a:rPr>
              <a:t>/</a:t>
            </a:r>
            <a:r>
              <a:rPr dirty="0" sz="2600" spc="-10" b="1">
                <a:latin typeface="Arial"/>
                <a:cs typeface="Arial"/>
              </a:rPr>
              <a:t>pi</a:t>
            </a:r>
            <a:r>
              <a:rPr dirty="0" sz="2500" spc="-10" b="1">
                <a:latin typeface="Arial"/>
                <a:cs typeface="Arial"/>
              </a:rPr>
              <a:t>c</a:t>
            </a:r>
            <a:r>
              <a:rPr dirty="0" sz="2600" spc="-10" b="1">
                <a:latin typeface="Arial"/>
                <a:cs typeface="Arial"/>
              </a:rPr>
              <a:t>tur</a:t>
            </a:r>
            <a:r>
              <a:rPr dirty="0" sz="2500" spc="-10" b="1">
                <a:latin typeface="Arial"/>
                <a:cs typeface="Arial"/>
              </a:rPr>
              <a:t>e</a:t>
            </a:r>
            <a:r>
              <a:rPr dirty="0" sz="2600" spc="-10" b="1">
                <a:latin typeface="Arial"/>
                <a:cs typeface="Arial"/>
              </a:rPr>
              <a:t>s</a:t>
            </a:r>
            <a:endParaRPr sz="2600">
              <a:latin typeface="Arial"/>
              <a:cs typeface="Arial"/>
            </a:endParaRPr>
          </a:p>
          <a:p>
            <a:pPr marL="697865" indent="-685165">
              <a:lnSpc>
                <a:spcPct val="100000"/>
              </a:lnSpc>
              <a:spcBef>
                <a:spcPts val="680"/>
              </a:spcBef>
              <a:buAutoNum type="arabicPeriod"/>
              <a:tabLst>
                <a:tab pos="697865" algn="l"/>
              </a:tabLst>
            </a:pPr>
            <a:r>
              <a:rPr dirty="0" sz="2500" spc="-130" b="1">
                <a:latin typeface="Arial"/>
                <a:cs typeface="Arial"/>
              </a:rPr>
              <a:t>Kee</a:t>
            </a:r>
            <a:r>
              <a:rPr dirty="0" sz="2600" spc="-130" b="1">
                <a:latin typeface="Arial"/>
                <a:cs typeface="Arial"/>
              </a:rPr>
              <a:t>p</a:t>
            </a:r>
            <a:r>
              <a:rPr dirty="0" sz="2600" spc="-235" b="1">
                <a:latin typeface="Arial"/>
                <a:cs typeface="Arial"/>
              </a:rPr>
              <a:t> </a:t>
            </a:r>
            <a:r>
              <a:rPr dirty="0" sz="2600" spc="-150" b="1">
                <a:latin typeface="Arial"/>
                <a:cs typeface="Arial"/>
              </a:rPr>
              <a:t>your</a:t>
            </a:r>
            <a:r>
              <a:rPr dirty="0" sz="2600" spc="-185" b="1">
                <a:latin typeface="Arial"/>
                <a:cs typeface="Arial"/>
              </a:rPr>
              <a:t> </a:t>
            </a:r>
            <a:r>
              <a:rPr dirty="0" sz="2500" spc="-145" b="1">
                <a:latin typeface="Arial"/>
                <a:cs typeface="Arial"/>
              </a:rPr>
              <a:t>e</a:t>
            </a:r>
            <a:r>
              <a:rPr dirty="0" sz="2600" spc="-145" b="1">
                <a:latin typeface="Arial"/>
                <a:cs typeface="Arial"/>
              </a:rPr>
              <a:t>xpl</a:t>
            </a:r>
            <a:r>
              <a:rPr dirty="0" sz="2500" spc="-145" b="1">
                <a:latin typeface="Arial"/>
                <a:cs typeface="Arial"/>
              </a:rPr>
              <a:t>a</a:t>
            </a:r>
            <a:r>
              <a:rPr dirty="0" sz="2600" spc="-145" b="1">
                <a:latin typeface="Arial"/>
                <a:cs typeface="Arial"/>
              </a:rPr>
              <a:t>n</a:t>
            </a:r>
            <a:r>
              <a:rPr dirty="0" sz="2500" spc="-145" b="1">
                <a:latin typeface="Arial"/>
                <a:cs typeface="Arial"/>
              </a:rPr>
              <a:t>a</a:t>
            </a:r>
            <a:r>
              <a:rPr dirty="0" sz="2600" spc="-145" b="1">
                <a:latin typeface="Arial"/>
                <a:cs typeface="Arial"/>
              </a:rPr>
              <a:t>tion</a:t>
            </a:r>
            <a:r>
              <a:rPr dirty="0" sz="2600" spc="-114" b="1">
                <a:latin typeface="Arial"/>
                <a:cs typeface="Arial"/>
              </a:rPr>
              <a:t> </a:t>
            </a:r>
            <a:r>
              <a:rPr dirty="0" sz="2600" spc="-105" b="1">
                <a:latin typeface="Arial"/>
                <a:cs typeface="Arial"/>
              </a:rPr>
              <a:t>pr</a:t>
            </a:r>
            <a:r>
              <a:rPr dirty="0" sz="2500" spc="-105" b="1">
                <a:latin typeface="Arial"/>
                <a:cs typeface="Arial"/>
              </a:rPr>
              <a:t>ec</a:t>
            </a:r>
            <a:r>
              <a:rPr dirty="0" sz="2600" spc="-105" b="1">
                <a:latin typeface="Arial"/>
                <a:cs typeface="Arial"/>
              </a:rPr>
              <a:t>is</a:t>
            </a:r>
            <a:r>
              <a:rPr dirty="0" sz="2500" spc="-105" b="1">
                <a:latin typeface="Arial"/>
                <a:cs typeface="Arial"/>
              </a:rPr>
              <a:t>e</a:t>
            </a:r>
            <a:r>
              <a:rPr dirty="0" sz="2500" spc="-290" b="1">
                <a:latin typeface="Arial"/>
                <a:cs typeface="Arial"/>
              </a:rPr>
              <a:t> </a:t>
            </a:r>
            <a:r>
              <a:rPr dirty="0" sz="2500" spc="-120" b="1">
                <a:latin typeface="Arial"/>
                <a:cs typeface="Arial"/>
              </a:rPr>
              <a:t>a</a:t>
            </a:r>
            <a:r>
              <a:rPr dirty="0" sz="2600" spc="-120" b="1">
                <a:latin typeface="Arial"/>
                <a:cs typeface="Arial"/>
              </a:rPr>
              <a:t>n</a:t>
            </a:r>
            <a:r>
              <a:rPr dirty="0" sz="2500" spc="-120" b="1">
                <a:latin typeface="Arial"/>
                <a:cs typeface="Arial"/>
              </a:rPr>
              <a:t>d</a:t>
            </a:r>
            <a:r>
              <a:rPr dirty="0" sz="2500" spc="-245" b="1">
                <a:latin typeface="Arial"/>
                <a:cs typeface="Arial"/>
              </a:rPr>
              <a:t> </a:t>
            </a:r>
            <a:r>
              <a:rPr dirty="0" sz="2500" spc="-105" b="1">
                <a:latin typeface="Arial"/>
                <a:cs typeface="Arial"/>
              </a:rPr>
              <a:t>ea</a:t>
            </a:r>
            <a:r>
              <a:rPr dirty="0" sz="2600" spc="-105" b="1">
                <a:latin typeface="Arial"/>
                <a:cs typeface="Arial"/>
              </a:rPr>
              <a:t>sy</a:t>
            </a:r>
            <a:r>
              <a:rPr dirty="0" sz="2600" spc="-335" b="1">
                <a:latin typeface="Arial"/>
                <a:cs typeface="Arial"/>
              </a:rPr>
              <a:t> </a:t>
            </a:r>
            <a:r>
              <a:rPr dirty="0" sz="2600" spc="-65" b="1">
                <a:latin typeface="Arial"/>
                <a:cs typeface="Arial"/>
              </a:rPr>
              <a:t>to</a:t>
            </a:r>
            <a:r>
              <a:rPr dirty="0" sz="2600" spc="-260" b="1">
                <a:latin typeface="Arial"/>
                <a:cs typeface="Arial"/>
              </a:rPr>
              <a:t> </a:t>
            </a:r>
            <a:r>
              <a:rPr dirty="0" sz="2600" spc="-10" b="1">
                <a:latin typeface="Arial"/>
                <a:cs typeface="Arial"/>
              </a:rPr>
              <a:t>un</a:t>
            </a:r>
            <a:r>
              <a:rPr dirty="0" sz="2500" spc="-10" b="1">
                <a:latin typeface="Arial"/>
                <a:cs typeface="Arial"/>
              </a:rPr>
              <a:t>de</a:t>
            </a:r>
            <a:r>
              <a:rPr dirty="0" sz="2600" spc="-10" b="1">
                <a:latin typeface="Arial"/>
                <a:cs typeface="Arial"/>
              </a:rPr>
              <a:t>rst</a:t>
            </a:r>
            <a:r>
              <a:rPr dirty="0" sz="2500" spc="-10" b="1">
                <a:latin typeface="Arial"/>
                <a:cs typeface="Arial"/>
              </a:rPr>
              <a:t>a</a:t>
            </a:r>
            <a:r>
              <a:rPr dirty="0" sz="2600" spc="-10" b="1">
                <a:latin typeface="Arial"/>
                <a:cs typeface="Arial"/>
              </a:rPr>
              <a:t>n</a:t>
            </a:r>
            <a:r>
              <a:rPr dirty="0" sz="2500" spc="-10" b="1">
                <a:latin typeface="Arial"/>
                <a:cs typeface="Arial"/>
              </a:rPr>
              <a:t>d</a:t>
            </a:r>
            <a:endParaRPr sz="2500">
              <a:latin typeface="Arial"/>
              <a:cs typeface="Arial"/>
            </a:endParaRPr>
          </a:p>
          <a:p>
            <a:pPr marL="697865" indent="-685165">
              <a:lnSpc>
                <a:spcPct val="100000"/>
              </a:lnSpc>
              <a:spcBef>
                <a:spcPts val="780"/>
              </a:spcBef>
              <a:buAutoNum type="arabicPeriod"/>
              <a:tabLst>
                <a:tab pos="697865" algn="l"/>
              </a:tabLst>
            </a:pPr>
            <a:r>
              <a:rPr dirty="0" sz="2500" spc="-80" b="1">
                <a:latin typeface="Arial"/>
                <a:cs typeface="Arial"/>
              </a:rPr>
              <a:t>Idea</a:t>
            </a:r>
            <a:r>
              <a:rPr dirty="0" sz="2500" spc="-204" b="1">
                <a:latin typeface="Arial"/>
                <a:cs typeface="Arial"/>
              </a:rPr>
              <a:t> </a:t>
            </a:r>
            <a:r>
              <a:rPr dirty="0" sz="2600" spc="-180" b="1">
                <a:latin typeface="Arial"/>
                <a:cs typeface="Arial"/>
              </a:rPr>
              <a:t>shoul</a:t>
            </a:r>
            <a:r>
              <a:rPr dirty="0" sz="2500" spc="-180" b="1">
                <a:latin typeface="Arial"/>
                <a:cs typeface="Arial"/>
              </a:rPr>
              <a:t>d</a:t>
            </a:r>
            <a:r>
              <a:rPr dirty="0" sz="2500" spc="-135" b="1">
                <a:latin typeface="Arial"/>
                <a:cs typeface="Arial"/>
              </a:rPr>
              <a:t> </a:t>
            </a:r>
            <a:r>
              <a:rPr dirty="0" sz="2500" spc="-70" b="1">
                <a:latin typeface="Arial"/>
                <a:cs typeface="Arial"/>
              </a:rPr>
              <a:t>be</a:t>
            </a:r>
            <a:r>
              <a:rPr dirty="0" sz="2500" spc="-295" b="1">
                <a:latin typeface="Arial"/>
                <a:cs typeface="Arial"/>
              </a:rPr>
              <a:t> </a:t>
            </a:r>
            <a:r>
              <a:rPr dirty="0" sz="2600" spc="-140" b="1">
                <a:latin typeface="Arial"/>
                <a:cs typeface="Arial"/>
              </a:rPr>
              <a:t>uniqu</a:t>
            </a:r>
            <a:r>
              <a:rPr dirty="0" sz="2500" spc="-140" b="1">
                <a:latin typeface="Arial"/>
                <a:cs typeface="Arial"/>
              </a:rPr>
              <a:t>e</a:t>
            </a:r>
            <a:r>
              <a:rPr dirty="0" sz="2500" spc="-290" b="1">
                <a:latin typeface="Arial"/>
                <a:cs typeface="Arial"/>
              </a:rPr>
              <a:t> </a:t>
            </a:r>
            <a:r>
              <a:rPr dirty="0" sz="2500" spc="-120" b="1">
                <a:latin typeface="Arial"/>
                <a:cs typeface="Arial"/>
              </a:rPr>
              <a:t>a</a:t>
            </a:r>
            <a:r>
              <a:rPr dirty="0" sz="2600" spc="-120" b="1">
                <a:latin typeface="Arial"/>
                <a:cs typeface="Arial"/>
              </a:rPr>
              <a:t>n</a:t>
            </a:r>
            <a:r>
              <a:rPr dirty="0" sz="2500" spc="-120" b="1">
                <a:latin typeface="Arial"/>
                <a:cs typeface="Arial"/>
              </a:rPr>
              <a:t>d</a:t>
            </a:r>
            <a:r>
              <a:rPr dirty="0" sz="2500" spc="-240" b="1">
                <a:latin typeface="Arial"/>
                <a:cs typeface="Arial"/>
              </a:rPr>
              <a:t> </a:t>
            </a:r>
            <a:r>
              <a:rPr dirty="0" sz="2600" spc="-10" b="1">
                <a:latin typeface="Arial"/>
                <a:cs typeface="Arial"/>
              </a:rPr>
              <a:t>nov</a:t>
            </a:r>
            <a:r>
              <a:rPr dirty="0" sz="2500" spc="-10" b="1">
                <a:latin typeface="Arial"/>
                <a:cs typeface="Arial"/>
              </a:rPr>
              <a:t>e</a:t>
            </a:r>
            <a:r>
              <a:rPr dirty="0" sz="2600" spc="-10" b="1">
                <a:latin typeface="Arial"/>
                <a:cs typeface="Arial"/>
              </a:rPr>
              <a:t>l</a:t>
            </a:r>
            <a:r>
              <a:rPr dirty="0" sz="2500" spc="-10" b="1">
                <a:latin typeface="Arial"/>
                <a:cs typeface="Arial"/>
              </a:rPr>
              <a:t>.</a:t>
            </a:r>
            <a:endParaRPr sz="2500">
              <a:latin typeface="Arial"/>
              <a:cs typeface="Arial"/>
            </a:endParaRPr>
          </a:p>
          <a:p>
            <a:pPr marL="698500" marR="11430" indent="-685800">
              <a:lnSpc>
                <a:spcPts val="2500"/>
              </a:lnSpc>
              <a:spcBef>
                <a:spcPts val="1280"/>
              </a:spcBef>
              <a:buAutoNum type="arabicPeriod"/>
              <a:tabLst>
                <a:tab pos="698500" algn="l"/>
              </a:tabLst>
            </a:pPr>
            <a:r>
              <a:rPr dirty="0" sz="2500" spc="-30" b="1">
                <a:latin typeface="Arial"/>
                <a:cs typeface="Arial"/>
              </a:rPr>
              <a:t>Y</a:t>
            </a:r>
            <a:r>
              <a:rPr dirty="0" sz="2600" spc="-30" b="1">
                <a:latin typeface="Arial"/>
                <a:cs typeface="Arial"/>
              </a:rPr>
              <a:t>ou</a:t>
            </a:r>
            <a:r>
              <a:rPr dirty="0" sz="2600" spc="45" b="1">
                <a:latin typeface="Arial"/>
                <a:cs typeface="Arial"/>
              </a:rPr>
              <a:t> </a:t>
            </a:r>
            <a:r>
              <a:rPr dirty="0" sz="2500" spc="-20" b="1">
                <a:latin typeface="Arial"/>
                <a:cs typeface="Arial"/>
              </a:rPr>
              <a:t>ca</a:t>
            </a:r>
            <a:r>
              <a:rPr dirty="0" sz="2600" spc="-20" b="1">
                <a:latin typeface="Arial"/>
                <a:cs typeface="Arial"/>
              </a:rPr>
              <a:t>n</a:t>
            </a:r>
            <a:r>
              <a:rPr dirty="0" sz="2600" spc="-15" b="1">
                <a:latin typeface="Arial"/>
                <a:cs typeface="Arial"/>
              </a:rPr>
              <a:t> </a:t>
            </a:r>
            <a:r>
              <a:rPr dirty="0" sz="2600" spc="-65" b="1">
                <a:latin typeface="Arial"/>
                <a:cs typeface="Arial"/>
              </a:rPr>
              <a:t>only</a:t>
            </a:r>
            <a:r>
              <a:rPr dirty="0" sz="2600" spc="-25" b="1">
                <a:latin typeface="Arial"/>
                <a:cs typeface="Arial"/>
              </a:rPr>
              <a:t> </a:t>
            </a:r>
            <a:r>
              <a:rPr dirty="0" sz="2600" spc="-40" b="1">
                <a:latin typeface="Arial"/>
                <a:cs typeface="Arial"/>
              </a:rPr>
              <a:t>us</a:t>
            </a:r>
            <a:r>
              <a:rPr dirty="0" sz="2500" spc="-40" b="1">
                <a:latin typeface="Arial"/>
                <a:cs typeface="Arial"/>
              </a:rPr>
              <a:t>e</a:t>
            </a:r>
            <a:r>
              <a:rPr dirty="0" sz="2500" spc="20" b="1">
                <a:latin typeface="Arial"/>
                <a:cs typeface="Arial"/>
              </a:rPr>
              <a:t> </a:t>
            </a:r>
            <a:r>
              <a:rPr dirty="0" sz="2600" spc="-85" b="1">
                <a:latin typeface="Arial"/>
                <a:cs typeface="Arial"/>
              </a:rPr>
              <a:t>provi</a:t>
            </a:r>
            <a:r>
              <a:rPr dirty="0" sz="2500" spc="-85" b="1">
                <a:latin typeface="Arial"/>
                <a:cs typeface="Arial"/>
              </a:rPr>
              <a:t>ded</a:t>
            </a:r>
            <a:r>
              <a:rPr dirty="0" sz="2500" spc="45" b="1">
                <a:latin typeface="Arial"/>
                <a:cs typeface="Arial"/>
              </a:rPr>
              <a:t> </a:t>
            </a:r>
            <a:r>
              <a:rPr dirty="0" sz="2600" spc="-40" b="1">
                <a:latin typeface="Arial"/>
                <a:cs typeface="Arial"/>
              </a:rPr>
              <a:t>t</a:t>
            </a:r>
            <a:r>
              <a:rPr dirty="0" sz="2500" spc="-40" b="1">
                <a:latin typeface="Arial"/>
                <a:cs typeface="Arial"/>
              </a:rPr>
              <a:t>e</a:t>
            </a:r>
            <a:r>
              <a:rPr dirty="0" sz="2600" spc="-40" b="1">
                <a:latin typeface="Arial"/>
                <a:cs typeface="Arial"/>
              </a:rPr>
              <a:t>mpl</a:t>
            </a:r>
            <a:r>
              <a:rPr dirty="0" sz="2500" spc="-40" b="1">
                <a:latin typeface="Arial"/>
                <a:cs typeface="Arial"/>
              </a:rPr>
              <a:t>a</a:t>
            </a:r>
            <a:r>
              <a:rPr dirty="0" sz="2600" spc="-40" b="1">
                <a:latin typeface="Arial"/>
                <a:cs typeface="Arial"/>
              </a:rPr>
              <a:t>t</a:t>
            </a:r>
            <a:r>
              <a:rPr dirty="0" sz="2500" spc="-40" b="1">
                <a:latin typeface="Arial"/>
                <a:cs typeface="Arial"/>
              </a:rPr>
              <a:t>e</a:t>
            </a:r>
            <a:r>
              <a:rPr dirty="0" sz="2500" spc="20" b="1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for</a:t>
            </a:r>
            <a:r>
              <a:rPr dirty="0" sz="2600" spc="10" b="1">
                <a:latin typeface="Arial"/>
                <a:cs typeface="Arial"/>
              </a:rPr>
              <a:t> </a:t>
            </a:r>
            <a:r>
              <a:rPr dirty="0" sz="2600" spc="-90" b="1">
                <a:latin typeface="Arial"/>
                <a:cs typeface="Arial"/>
              </a:rPr>
              <a:t>m</a:t>
            </a:r>
            <a:r>
              <a:rPr dirty="0" sz="2500" spc="-90" b="1">
                <a:latin typeface="Arial"/>
                <a:cs typeface="Arial"/>
              </a:rPr>
              <a:t>a</a:t>
            </a:r>
            <a:r>
              <a:rPr dirty="0" sz="2600" spc="-90" b="1">
                <a:latin typeface="Arial"/>
                <a:cs typeface="Arial"/>
              </a:rPr>
              <a:t>king</a:t>
            </a:r>
            <a:r>
              <a:rPr dirty="0" sz="2600" spc="30" b="1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th</a:t>
            </a:r>
            <a:r>
              <a:rPr dirty="0" sz="2500" b="1">
                <a:latin typeface="Arial"/>
                <a:cs typeface="Arial"/>
              </a:rPr>
              <a:t>e</a:t>
            </a:r>
            <a:r>
              <a:rPr dirty="0" sz="2500" spc="20" b="1">
                <a:latin typeface="Arial"/>
                <a:cs typeface="Arial"/>
              </a:rPr>
              <a:t> </a:t>
            </a:r>
            <a:r>
              <a:rPr dirty="0" sz="2500" b="1">
                <a:latin typeface="Arial"/>
                <a:cs typeface="Arial"/>
              </a:rPr>
              <a:t>PPT</a:t>
            </a:r>
            <a:r>
              <a:rPr dirty="0" sz="2500" spc="-55" b="1">
                <a:latin typeface="Arial"/>
                <a:cs typeface="Arial"/>
              </a:rPr>
              <a:t> </a:t>
            </a:r>
            <a:r>
              <a:rPr dirty="0" sz="2600" spc="-60" b="1">
                <a:latin typeface="Arial"/>
                <a:cs typeface="Arial"/>
              </a:rPr>
              <a:t>without</a:t>
            </a:r>
            <a:r>
              <a:rPr dirty="0" sz="2600" spc="25" b="1">
                <a:latin typeface="Arial"/>
                <a:cs typeface="Arial"/>
              </a:rPr>
              <a:t> </a:t>
            </a:r>
            <a:r>
              <a:rPr dirty="0" sz="2500" spc="-120" b="1">
                <a:latin typeface="Arial"/>
                <a:cs typeface="Arial"/>
              </a:rPr>
              <a:t>c</a:t>
            </a:r>
            <a:r>
              <a:rPr dirty="0" sz="2600" spc="-120" b="1">
                <a:latin typeface="Arial"/>
                <a:cs typeface="Arial"/>
              </a:rPr>
              <a:t>h</a:t>
            </a:r>
            <a:r>
              <a:rPr dirty="0" sz="2500" spc="-120" b="1">
                <a:latin typeface="Arial"/>
                <a:cs typeface="Arial"/>
              </a:rPr>
              <a:t>a</a:t>
            </a:r>
            <a:r>
              <a:rPr dirty="0" sz="2600" spc="-120" b="1">
                <a:latin typeface="Arial"/>
                <a:cs typeface="Arial"/>
              </a:rPr>
              <a:t>nging</a:t>
            </a:r>
            <a:r>
              <a:rPr dirty="0" sz="2600" spc="30" b="1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th</a:t>
            </a:r>
            <a:r>
              <a:rPr dirty="0" sz="2500" b="1">
                <a:latin typeface="Arial"/>
                <a:cs typeface="Arial"/>
              </a:rPr>
              <a:t>e</a:t>
            </a:r>
            <a:r>
              <a:rPr dirty="0" sz="2500" spc="20" b="1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i</a:t>
            </a:r>
            <a:r>
              <a:rPr dirty="0" sz="2500" b="1">
                <a:latin typeface="Arial"/>
                <a:cs typeface="Arial"/>
              </a:rPr>
              <a:t>dea</a:t>
            </a:r>
            <a:r>
              <a:rPr dirty="0" sz="2500" spc="5" b="1">
                <a:latin typeface="Arial"/>
                <a:cs typeface="Arial"/>
              </a:rPr>
              <a:t> </a:t>
            </a:r>
            <a:r>
              <a:rPr dirty="0" sz="2500" spc="-45" b="1">
                <a:latin typeface="Arial"/>
                <a:cs typeface="Arial"/>
              </a:rPr>
              <a:t>de</a:t>
            </a:r>
            <a:r>
              <a:rPr dirty="0" sz="2600" spc="-45" b="1">
                <a:latin typeface="Arial"/>
                <a:cs typeface="Arial"/>
              </a:rPr>
              <a:t>t</a:t>
            </a:r>
            <a:r>
              <a:rPr dirty="0" sz="2500" spc="-45" b="1">
                <a:latin typeface="Arial"/>
                <a:cs typeface="Arial"/>
              </a:rPr>
              <a:t>a</a:t>
            </a:r>
            <a:r>
              <a:rPr dirty="0" sz="2600" spc="-45" b="1">
                <a:latin typeface="Arial"/>
                <a:cs typeface="Arial"/>
              </a:rPr>
              <a:t>ils</a:t>
            </a:r>
            <a:r>
              <a:rPr dirty="0" sz="2600" spc="-10" b="1">
                <a:latin typeface="Arial"/>
                <a:cs typeface="Arial"/>
              </a:rPr>
              <a:t> </a:t>
            </a:r>
            <a:r>
              <a:rPr dirty="0" sz="2600" spc="-35" b="1">
                <a:latin typeface="Arial"/>
                <a:cs typeface="Arial"/>
              </a:rPr>
              <a:t>point</a:t>
            </a:r>
            <a:r>
              <a:rPr dirty="0" sz="2500" spc="-35" b="1">
                <a:latin typeface="Arial"/>
                <a:cs typeface="Arial"/>
              </a:rPr>
              <a:t>e</a:t>
            </a:r>
            <a:r>
              <a:rPr dirty="0" sz="2600" spc="-35" b="1">
                <a:latin typeface="Arial"/>
                <a:cs typeface="Arial"/>
              </a:rPr>
              <a:t>rs </a:t>
            </a:r>
            <a:r>
              <a:rPr dirty="0" sz="2500" spc="-120" b="1">
                <a:latin typeface="Arial"/>
                <a:cs typeface="Arial"/>
              </a:rPr>
              <a:t>(</a:t>
            </a:r>
            <a:r>
              <a:rPr dirty="0" sz="2600" spc="-120" b="1">
                <a:latin typeface="Arial"/>
                <a:cs typeface="Arial"/>
              </a:rPr>
              <a:t>m</a:t>
            </a:r>
            <a:r>
              <a:rPr dirty="0" sz="2500" spc="-120" b="1">
                <a:latin typeface="Arial"/>
                <a:cs typeface="Arial"/>
              </a:rPr>
              <a:t>e</a:t>
            </a:r>
            <a:r>
              <a:rPr dirty="0" sz="2600" spc="-120" b="1">
                <a:latin typeface="Arial"/>
                <a:cs typeface="Arial"/>
              </a:rPr>
              <a:t>ntion</a:t>
            </a:r>
            <a:r>
              <a:rPr dirty="0" sz="2500" spc="-120" b="1">
                <a:latin typeface="Arial"/>
                <a:cs typeface="Arial"/>
              </a:rPr>
              <a:t>ed</a:t>
            </a:r>
            <a:r>
              <a:rPr dirty="0" sz="2500" spc="-125" b="1">
                <a:latin typeface="Arial"/>
                <a:cs typeface="Arial"/>
              </a:rPr>
              <a:t> </a:t>
            </a:r>
            <a:r>
              <a:rPr dirty="0" sz="2600" spc="-155" b="1">
                <a:latin typeface="Arial"/>
                <a:cs typeface="Arial"/>
              </a:rPr>
              <a:t>in</a:t>
            </a:r>
            <a:r>
              <a:rPr dirty="0" sz="2600" spc="-204" b="1">
                <a:latin typeface="Arial"/>
                <a:cs typeface="Arial"/>
              </a:rPr>
              <a:t> </a:t>
            </a:r>
            <a:r>
              <a:rPr dirty="0" sz="2600" spc="-150" b="1">
                <a:latin typeface="Arial"/>
                <a:cs typeface="Arial"/>
              </a:rPr>
              <a:t>pr</a:t>
            </a:r>
            <a:r>
              <a:rPr dirty="0" sz="2500" spc="-150" b="1">
                <a:latin typeface="Arial"/>
                <a:cs typeface="Arial"/>
              </a:rPr>
              <a:t>e</a:t>
            </a:r>
            <a:r>
              <a:rPr dirty="0" sz="2600" spc="-150" b="1">
                <a:latin typeface="Arial"/>
                <a:cs typeface="Arial"/>
              </a:rPr>
              <a:t>vious</a:t>
            </a:r>
            <a:r>
              <a:rPr dirty="0" sz="2600" spc="-200" b="1">
                <a:latin typeface="Arial"/>
                <a:cs typeface="Arial"/>
              </a:rPr>
              <a:t> </a:t>
            </a:r>
            <a:r>
              <a:rPr dirty="0" sz="2600" spc="-10" b="1">
                <a:latin typeface="Arial"/>
                <a:cs typeface="Arial"/>
              </a:rPr>
              <a:t>sli</a:t>
            </a:r>
            <a:r>
              <a:rPr dirty="0" sz="2500" spc="-10" b="1">
                <a:latin typeface="Arial"/>
                <a:cs typeface="Arial"/>
              </a:rPr>
              <a:t>de</a:t>
            </a:r>
            <a:r>
              <a:rPr dirty="0" sz="2600" spc="-10" b="1">
                <a:latin typeface="Arial"/>
                <a:cs typeface="Arial"/>
              </a:rPr>
              <a:t>s</a:t>
            </a:r>
            <a:r>
              <a:rPr dirty="0" sz="2500" spc="-10" b="1">
                <a:latin typeface="Arial"/>
                <a:cs typeface="Arial"/>
              </a:rPr>
              <a:t>).</a:t>
            </a:r>
            <a:endParaRPr sz="2500">
              <a:latin typeface="Arial"/>
              <a:cs typeface="Arial"/>
            </a:endParaRPr>
          </a:p>
          <a:p>
            <a:pPr marL="698500" marR="5080" indent="-685800">
              <a:lnSpc>
                <a:spcPts val="2500"/>
              </a:lnSpc>
              <a:spcBef>
                <a:spcPts val="1400"/>
              </a:spcBef>
              <a:buAutoNum type="arabicPeriod"/>
              <a:tabLst>
                <a:tab pos="698500" algn="l"/>
              </a:tabLst>
            </a:pPr>
            <a:r>
              <a:rPr dirty="0" sz="2500" spc="-150" b="1">
                <a:latin typeface="Arial"/>
                <a:cs typeface="Arial"/>
              </a:rPr>
              <a:t>Y</a:t>
            </a:r>
            <a:r>
              <a:rPr dirty="0" sz="2600" spc="-150" b="1">
                <a:latin typeface="Arial"/>
                <a:cs typeface="Arial"/>
              </a:rPr>
              <a:t>ou</a:t>
            </a:r>
            <a:r>
              <a:rPr dirty="0" sz="2600" spc="-60" b="1">
                <a:latin typeface="Arial"/>
                <a:cs typeface="Arial"/>
              </a:rPr>
              <a:t> </a:t>
            </a:r>
            <a:r>
              <a:rPr dirty="0" sz="2600" spc="-85" b="1">
                <a:latin typeface="Arial"/>
                <a:cs typeface="Arial"/>
              </a:rPr>
              <a:t>n</a:t>
            </a:r>
            <a:r>
              <a:rPr dirty="0" sz="2500" spc="-85" b="1">
                <a:latin typeface="Arial"/>
                <a:cs typeface="Arial"/>
              </a:rPr>
              <a:t>eed</a:t>
            </a:r>
            <a:r>
              <a:rPr dirty="0" sz="2500" spc="-90" b="1">
                <a:latin typeface="Arial"/>
                <a:cs typeface="Arial"/>
              </a:rPr>
              <a:t> </a:t>
            </a:r>
            <a:r>
              <a:rPr dirty="0" sz="2600" spc="-20" b="1">
                <a:latin typeface="Arial"/>
                <a:cs typeface="Arial"/>
              </a:rPr>
              <a:t>to</a:t>
            </a:r>
            <a:r>
              <a:rPr dirty="0" sz="2600" spc="-165" b="1">
                <a:latin typeface="Arial"/>
                <a:cs typeface="Arial"/>
              </a:rPr>
              <a:t> </a:t>
            </a:r>
            <a:r>
              <a:rPr dirty="0" sz="2600" spc="-150" b="1">
                <a:latin typeface="Arial"/>
                <a:cs typeface="Arial"/>
              </a:rPr>
              <a:t>s</a:t>
            </a:r>
            <a:r>
              <a:rPr dirty="0" sz="2500" spc="-150" b="1">
                <a:latin typeface="Arial"/>
                <a:cs typeface="Arial"/>
              </a:rPr>
              <a:t>a</a:t>
            </a:r>
            <a:r>
              <a:rPr dirty="0" sz="2600" spc="-150" b="1">
                <a:latin typeface="Arial"/>
                <a:cs typeface="Arial"/>
              </a:rPr>
              <a:t>v</a:t>
            </a:r>
            <a:r>
              <a:rPr dirty="0" sz="2500" spc="-150" b="1">
                <a:latin typeface="Arial"/>
                <a:cs typeface="Arial"/>
              </a:rPr>
              <a:t>e</a:t>
            </a:r>
            <a:r>
              <a:rPr dirty="0" sz="2500" spc="-25" b="1">
                <a:latin typeface="Arial"/>
                <a:cs typeface="Arial"/>
              </a:rPr>
              <a:t> </a:t>
            </a:r>
            <a:r>
              <a:rPr dirty="0" sz="2600" spc="-45" b="1">
                <a:latin typeface="Arial"/>
                <a:cs typeface="Arial"/>
              </a:rPr>
              <a:t>th</a:t>
            </a:r>
            <a:r>
              <a:rPr dirty="0" sz="2500" spc="-45" b="1">
                <a:latin typeface="Arial"/>
                <a:cs typeface="Arial"/>
              </a:rPr>
              <a:t>e</a:t>
            </a:r>
            <a:r>
              <a:rPr dirty="0" sz="2500" spc="-130" b="1">
                <a:latin typeface="Arial"/>
                <a:cs typeface="Arial"/>
              </a:rPr>
              <a:t> </a:t>
            </a:r>
            <a:r>
              <a:rPr dirty="0" sz="2600" spc="-55" b="1">
                <a:latin typeface="Arial"/>
                <a:cs typeface="Arial"/>
              </a:rPr>
              <a:t>fil</a:t>
            </a:r>
            <a:r>
              <a:rPr dirty="0" sz="2500" spc="-55" b="1">
                <a:latin typeface="Arial"/>
                <a:cs typeface="Arial"/>
              </a:rPr>
              <a:t>e</a:t>
            </a:r>
            <a:r>
              <a:rPr dirty="0" sz="2500" spc="-120" b="1">
                <a:latin typeface="Arial"/>
                <a:cs typeface="Arial"/>
              </a:rPr>
              <a:t> </a:t>
            </a:r>
            <a:r>
              <a:rPr dirty="0" sz="2600" spc="-150" b="1">
                <a:latin typeface="Arial"/>
                <a:cs typeface="Arial"/>
              </a:rPr>
              <a:t>in</a:t>
            </a:r>
            <a:r>
              <a:rPr dirty="0" sz="2600" spc="-45" b="1">
                <a:latin typeface="Arial"/>
                <a:cs typeface="Arial"/>
              </a:rPr>
              <a:t> </a:t>
            </a:r>
            <a:r>
              <a:rPr dirty="0" sz="2500" spc="-40" b="1">
                <a:latin typeface="Arial"/>
                <a:cs typeface="Arial"/>
              </a:rPr>
              <a:t>PDF</a:t>
            </a:r>
            <a:r>
              <a:rPr dirty="0" sz="2500" spc="-135" b="1">
                <a:latin typeface="Arial"/>
                <a:cs typeface="Arial"/>
              </a:rPr>
              <a:t> </a:t>
            </a:r>
            <a:r>
              <a:rPr dirty="0" sz="2500" spc="-120" b="1">
                <a:latin typeface="Arial"/>
                <a:cs typeface="Arial"/>
              </a:rPr>
              <a:t>a</a:t>
            </a:r>
            <a:r>
              <a:rPr dirty="0" sz="2600" spc="-120" b="1">
                <a:latin typeface="Arial"/>
                <a:cs typeface="Arial"/>
              </a:rPr>
              <a:t>n</a:t>
            </a:r>
            <a:r>
              <a:rPr dirty="0" sz="2500" spc="-120" b="1">
                <a:latin typeface="Arial"/>
                <a:cs typeface="Arial"/>
              </a:rPr>
              <a:t>d</a:t>
            </a:r>
            <a:r>
              <a:rPr dirty="0" sz="2500" spc="-65" b="1">
                <a:latin typeface="Arial"/>
                <a:cs typeface="Arial"/>
              </a:rPr>
              <a:t> </a:t>
            </a:r>
            <a:r>
              <a:rPr dirty="0" sz="2600" spc="-140" b="1">
                <a:latin typeface="Arial"/>
                <a:cs typeface="Arial"/>
              </a:rPr>
              <a:t>uplo</a:t>
            </a:r>
            <a:r>
              <a:rPr dirty="0" sz="2500" spc="-140" b="1">
                <a:latin typeface="Arial"/>
                <a:cs typeface="Arial"/>
              </a:rPr>
              <a:t>ad</a:t>
            </a:r>
            <a:r>
              <a:rPr dirty="0" sz="2500" spc="-35" b="1">
                <a:latin typeface="Arial"/>
                <a:cs typeface="Arial"/>
              </a:rPr>
              <a:t> </a:t>
            </a:r>
            <a:r>
              <a:rPr dirty="0" sz="2600" spc="-45" b="1">
                <a:latin typeface="Arial"/>
                <a:cs typeface="Arial"/>
              </a:rPr>
              <a:t>th</a:t>
            </a:r>
            <a:r>
              <a:rPr dirty="0" sz="2500" spc="-45" b="1">
                <a:latin typeface="Arial"/>
                <a:cs typeface="Arial"/>
              </a:rPr>
              <a:t>e</a:t>
            </a:r>
            <a:r>
              <a:rPr dirty="0" sz="2500" spc="-130" b="1">
                <a:latin typeface="Arial"/>
                <a:cs typeface="Arial"/>
              </a:rPr>
              <a:t> </a:t>
            </a:r>
            <a:r>
              <a:rPr dirty="0" sz="2600" spc="-130" b="1">
                <a:latin typeface="Arial"/>
                <a:cs typeface="Arial"/>
              </a:rPr>
              <a:t>s</a:t>
            </a:r>
            <a:r>
              <a:rPr dirty="0" sz="2500" spc="-130" b="1">
                <a:latin typeface="Arial"/>
                <a:cs typeface="Arial"/>
              </a:rPr>
              <a:t>a</a:t>
            </a:r>
            <a:r>
              <a:rPr dirty="0" sz="2600" spc="-130" b="1">
                <a:latin typeface="Arial"/>
                <a:cs typeface="Arial"/>
              </a:rPr>
              <a:t>m</a:t>
            </a:r>
            <a:r>
              <a:rPr dirty="0" sz="2500" spc="-130" b="1">
                <a:latin typeface="Arial"/>
                <a:cs typeface="Arial"/>
              </a:rPr>
              <a:t>e</a:t>
            </a:r>
            <a:r>
              <a:rPr dirty="0" sz="2500" spc="-110" b="1">
                <a:latin typeface="Arial"/>
                <a:cs typeface="Arial"/>
              </a:rPr>
              <a:t> </a:t>
            </a:r>
            <a:r>
              <a:rPr dirty="0" sz="2600" spc="-190" b="1">
                <a:latin typeface="Arial"/>
                <a:cs typeface="Arial"/>
              </a:rPr>
              <a:t>on</a:t>
            </a:r>
            <a:r>
              <a:rPr dirty="0" sz="2600" spc="-45" b="1">
                <a:latin typeface="Arial"/>
                <a:cs typeface="Arial"/>
              </a:rPr>
              <a:t> </a:t>
            </a:r>
            <a:r>
              <a:rPr dirty="0" sz="2600" spc="-80" b="1">
                <a:latin typeface="Arial"/>
                <a:cs typeface="Arial"/>
              </a:rPr>
              <a:t>port</a:t>
            </a:r>
            <a:r>
              <a:rPr dirty="0" sz="2500" spc="-80" b="1">
                <a:latin typeface="Arial"/>
                <a:cs typeface="Arial"/>
              </a:rPr>
              <a:t>a</a:t>
            </a:r>
            <a:r>
              <a:rPr dirty="0" sz="2600" spc="-80" b="1">
                <a:latin typeface="Arial"/>
                <a:cs typeface="Arial"/>
              </a:rPr>
              <a:t>l</a:t>
            </a:r>
            <a:r>
              <a:rPr dirty="0" sz="2500" spc="-80" b="1">
                <a:latin typeface="Arial"/>
                <a:cs typeface="Arial"/>
              </a:rPr>
              <a:t>.</a:t>
            </a:r>
            <a:r>
              <a:rPr dirty="0" sz="2500" spc="-95" b="1">
                <a:latin typeface="Arial"/>
                <a:cs typeface="Arial"/>
              </a:rPr>
              <a:t> </a:t>
            </a:r>
            <a:r>
              <a:rPr dirty="0" sz="2500" spc="-140" b="1">
                <a:latin typeface="Arial"/>
                <a:cs typeface="Arial"/>
              </a:rPr>
              <a:t>N</a:t>
            </a:r>
            <a:r>
              <a:rPr dirty="0" sz="2600" spc="-140" b="1">
                <a:latin typeface="Arial"/>
                <a:cs typeface="Arial"/>
              </a:rPr>
              <a:t>o</a:t>
            </a:r>
            <a:r>
              <a:rPr dirty="0" sz="2600" spc="-80" b="1">
                <a:latin typeface="Arial"/>
                <a:cs typeface="Arial"/>
              </a:rPr>
              <a:t> </a:t>
            </a:r>
            <a:r>
              <a:rPr dirty="0" sz="2500" spc="-75" b="1">
                <a:latin typeface="Arial"/>
                <a:cs typeface="Arial"/>
              </a:rPr>
              <a:t>PPT,</a:t>
            </a:r>
            <a:r>
              <a:rPr dirty="0" sz="2500" spc="25" b="1">
                <a:latin typeface="Arial"/>
                <a:cs typeface="Arial"/>
              </a:rPr>
              <a:t> </a:t>
            </a:r>
            <a:r>
              <a:rPr dirty="0" sz="2500" b="1">
                <a:latin typeface="Arial"/>
                <a:cs typeface="Arial"/>
              </a:rPr>
              <a:t>W</a:t>
            </a:r>
            <a:r>
              <a:rPr dirty="0" sz="2600" b="1">
                <a:latin typeface="Arial"/>
                <a:cs typeface="Arial"/>
              </a:rPr>
              <a:t>or</a:t>
            </a:r>
            <a:r>
              <a:rPr dirty="0" sz="2500" b="1">
                <a:latin typeface="Arial"/>
                <a:cs typeface="Arial"/>
              </a:rPr>
              <a:t>d</a:t>
            </a:r>
            <a:r>
              <a:rPr dirty="0" sz="2500" spc="-10" b="1">
                <a:latin typeface="Arial"/>
                <a:cs typeface="Arial"/>
              </a:rPr>
              <a:t> </a:t>
            </a:r>
            <a:r>
              <a:rPr dirty="0" sz="2500" spc="-130" b="1">
                <a:latin typeface="Arial"/>
                <a:cs typeface="Arial"/>
              </a:rPr>
              <a:t>D</a:t>
            </a:r>
            <a:r>
              <a:rPr dirty="0" sz="2600" spc="-130" b="1">
                <a:latin typeface="Arial"/>
                <a:cs typeface="Arial"/>
              </a:rPr>
              <a:t>o</a:t>
            </a:r>
            <a:r>
              <a:rPr dirty="0" sz="2500" spc="-130" b="1">
                <a:latin typeface="Arial"/>
                <a:cs typeface="Arial"/>
              </a:rPr>
              <a:t>c</a:t>
            </a:r>
            <a:r>
              <a:rPr dirty="0" sz="2500" spc="-15" b="1">
                <a:latin typeface="Arial"/>
                <a:cs typeface="Arial"/>
              </a:rPr>
              <a:t> </a:t>
            </a:r>
            <a:r>
              <a:rPr dirty="0" sz="2600" spc="-130" b="1">
                <a:latin typeface="Arial"/>
                <a:cs typeface="Arial"/>
              </a:rPr>
              <a:t>or</a:t>
            </a:r>
            <a:r>
              <a:rPr dirty="0" sz="2600" spc="-110" b="1">
                <a:latin typeface="Arial"/>
                <a:cs typeface="Arial"/>
              </a:rPr>
              <a:t> </a:t>
            </a:r>
            <a:r>
              <a:rPr dirty="0" sz="2500" spc="-110" b="1">
                <a:latin typeface="Arial"/>
                <a:cs typeface="Arial"/>
              </a:rPr>
              <a:t>a</a:t>
            </a:r>
            <a:r>
              <a:rPr dirty="0" sz="2600" spc="-110" b="1">
                <a:latin typeface="Arial"/>
                <a:cs typeface="Arial"/>
              </a:rPr>
              <a:t>ny</a:t>
            </a:r>
            <a:r>
              <a:rPr dirty="0" sz="2600" spc="-155" b="1">
                <a:latin typeface="Arial"/>
                <a:cs typeface="Arial"/>
              </a:rPr>
              <a:t> </a:t>
            </a:r>
            <a:r>
              <a:rPr dirty="0" sz="2600" spc="-90" b="1">
                <a:latin typeface="Arial"/>
                <a:cs typeface="Arial"/>
              </a:rPr>
              <a:t>oth</a:t>
            </a:r>
            <a:r>
              <a:rPr dirty="0" sz="2500" spc="-90" b="1">
                <a:latin typeface="Arial"/>
                <a:cs typeface="Arial"/>
              </a:rPr>
              <a:t>e</a:t>
            </a:r>
            <a:r>
              <a:rPr dirty="0" sz="2600" spc="-90" b="1">
                <a:latin typeface="Arial"/>
                <a:cs typeface="Arial"/>
              </a:rPr>
              <a:t>r</a:t>
            </a:r>
            <a:r>
              <a:rPr dirty="0" sz="2600" spc="-110" b="1">
                <a:latin typeface="Arial"/>
                <a:cs typeface="Arial"/>
              </a:rPr>
              <a:t> </a:t>
            </a:r>
            <a:r>
              <a:rPr dirty="0" sz="2600" spc="-10" b="1">
                <a:latin typeface="Arial"/>
                <a:cs typeface="Arial"/>
              </a:rPr>
              <a:t>form</a:t>
            </a:r>
            <a:r>
              <a:rPr dirty="0" sz="2500" spc="-10" b="1">
                <a:latin typeface="Arial"/>
                <a:cs typeface="Arial"/>
              </a:rPr>
              <a:t>a</a:t>
            </a:r>
            <a:r>
              <a:rPr dirty="0" sz="2600" spc="-10" b="1">
                <a:latin typeface="Arial"/>
                <a:cs typeface="Arial"/>
              </a:rPr>
              <a:t>t </a:t>
            </a:r>
            <a:r>
              <a:rPr dirty="0" sz="2600" spc="-120" b="1">
                <a:latin typeface="Arial"/>
                <a:cs typeface="Arial"/>
              </a:rPr>
              <a:t>will</a:t>
            </a:r>
            <a:r>
              <a:rPr dirty="0" sz="2600" spc="-145" b="1">
                <a:latin typeface="Arial"/>
                <a:cs typeface="Arial"/>
              </a:rPr>
              <a:t> </a:t>
            </a:r>
            <a:r>
              <a:rPr dirty="0" sz="2500" spc="-20" b="1">
                <a:latin typeface="Arial"/>
                <a:cs typeface="Arial"/>
              </a:rPr>
              <a:t>be</a:t>
            </a:r>
            <a:r>
              <a:rPr dirty="0" sz="2500" spc="-305" b="1">
                <a:latin typeface="Arial"/>
                <a:cs typeface="Arial"/>
              </a:rPr>
              <a:t> </a:t>
            </a:r>
            <a:r>
              <a:rPr dirty="0" sz="2600" spc="-25" b="1">
                <a:latin typeface="Arial"/>
                <a:cs typeface="Arial"/>
              </a:rPr>
              <a:t>support</a:t>
            </a:r>
            <a:r>
              <a:rPr dirty="0" sz="2500" spc="-25" b="1">
                <a:latin typeface="Arial"/>
                <a:cs typeface="Arial"/>
              </a:rPr>
              <a:t>ed.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39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500" spc="-80" b="1">
                <a:solidFill>
                  <a:srgbClr val="BF0000"/>
                </a:solidFill>
                <a:latin typeface="Arial"/>
                <a:cs typeface="Arial"/>
              </a:rPr>
              <a:t>N</a:t>
            </a:r>
            <a:r>
              <a:rPr dirty="0" sz="2600" spc="-80" b="1">
                <a:solidFill>
                  <a:srgbClr val="BF0000"/>
                </a:solidFill>
                <a:latin typeface="Arial"/>
                <a:cs typeface="Arial"/>
              </a:rPr>
              <a:t>ot</a:t>
            </a:r>
            <a:r>
              <a:rPr dirty="0" sz="2500" spc="-80" b="1">
                <a:solidFill>
                  <a:srgbClr val="BF0000"/>
                </a:solidFill>
                <a:latin typeface="Arial"/>
                <a:cs typeface="Arial"/>
              </a:rPr>
              <a:t>e</a:t>
            </a:r>
            <a:r>
              <a:rPr dirty="0" sz="2500" spc="-290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500" spc="80" b="1">
                <a:solidFill>
                  <a:srgbClr val="BF0000"/>
                </a:solidFill>
                <a:latin typeface="Arial"/>
                <a:cs typeface="Arial"/>
              </a:rPr>
              <a:t>-</a:t>
            </a:r>
            <a:r>
              <a:rPr dirty="0" sz="2500" spc="-80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500" spc="-155" b="1">
                <a:solidFill>
                  <a:srgbClr val="BF0000"/>
                </a:solidFill>
                <a:latin typeface="Arial"/>
                <a:cs typeface="Arial"/>
              </a:rPr>
              <a:t>Y</a:t>
            </a:r>
            <a:r>
              <a:rPr dirty="0" sz="2600" spc="-155" b="1">
                <a:solidFill>
                  <a:srgbClr val="BF0000"/>
                </a:solidFill>
                <a:latin typeface="Arial"/>
                <a:cs typeface="Arial"/>
              </a:rPr>
              <a:t>ou</a:t>
            </a:r>
            <a:r>
              <a:rPr dirty="0" sz="2600" spc="-235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500" spc="-135" b="1">
                <a:solidFill>
                  <a:srgbClr val="BF0000"/>
                </a:solidFill>
                <a:latin typeface="Arial"/>
                <a:cs typeface="Arial"/>
              </a:rPr>
              <a:t>ca</a:t>
            </a:r>
            <a:r>
              <a:rPr dirty="0" sz="2600" spc="-135" b="1">
                <a:solidFill>
                  <a:srgbClr val="BF0000"/>
                </a:solidFill>
                <a:latin typeface="Arial"/>
                <a:cs typeface="Arial"/>
              </a:rPr>
              <a:t>n</a:t>
            </a:r>
            <a:r>
              <a:rPr dirty="0" sz="2600" spc="-110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500" spc="-80" b="1">
                <a:solidFill>
                  <a:srgbClr val="BF0000"/>
                </a:solidFill>
                <a:latin typeface="Arial"/>
                <a:cs typeface="Arial"/>
              </a:rPr>
              <a:t>de</a:t>
            </a:r>
            <a:r>
              <a:rPr dirty="0" sz="2600" spc="-80" b="1">
                <a:solidFill>
                  <a:srgbClr val="BF0000"/>
                </a:solidFill>
                <a:latin typeface="Arial"/>
                <a:cs typeface="Arial"/>
              </a:rPr>
              <a:t>l</a:t>
            </a:r>
            <a:r>
              <a:rPr dirty="0" sz="2500" spc="-80" b="1">
                <a:solidFill>
                  <a:srgbClr val="BF0000"/>
                </a:solidFill>
                <a:latin typeface="Arial"/>
                <a:cs typeface="Arial"/>
              </a:rPr>
              <a:t>e</a:t>
            </a:r>
            <a:r>
              <a:rPr dirty="0" sz="2600" spc="-80" b="1">
                <a:solidFill>
                  <a:srgbClr val="BF0000"/>
                </a:solidFill>
                <a:latin typeface="Arial"/>
                <a:cs typeface="Arial"/>
              </a:rPr>
              <a:t>t</a:t>
            </a:r>
            <a:r>
              <a:rPr dirty="0" sz="2500" spc="-80" b="1">
                <a:solidFill>
                  <a:srgbClr val="BF0000"/>
                </a:solidFill>
                <a:latin typeface="Arial"/>
                <a:cs typeface="Arial"/>
              </a:rPr>
              <a:t>e</a:t>
            </a:r>
            <a:r>
              <a:rPr dirty="0" sz="2500" spc="-290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600" spc="-90" b="1">
                <a:solidFill>
                  <a:srgbClr val="BF0000"/>
                </a:solidFill>
                <a:latin typeface="Arial"/>
                <a:cs typeface="Arial"/>
              </a:rPr>
              <a:t>this</a:t>
            </a:r>
            <a:r>
              <a:rPr dirty="0" sz="2600" spc="-315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600" spc="-95" b="1">
                <a:solidFill>
                  <a:srgbClr val="BF0000"/>
                </a:solidFill>
                <a:latin typeface="Arial"/>
                <a:cs typeface="Arial"/>
              </a:rPr>
              <a:t>sli</a:t>
            </a:r>
            <a:r>
              <a:rPr dirty="0" sz="2500" spc="-95" b="1">
                <a:solidFill>
                  <a:srgbClr val="BF0000"/>
                </a:solidFill>
                <a:latin typeface="Arial"/>
                <a:cs typeface="Arial"/>
              </a:rPr>
              <a:t>de</a:t>
            </a:r>
            <a:r>
              <a:rPr dirty="0" sz="2500" spc="-290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500" spc="-85" b="1">
                <a:solidFill>
                  <a:srgbClr val="BF0000"/>
                </a:solidFill>
                <a:latin typeface="Arial"/>
                <a:cs typeface="Arial"/>
              </a:rPr>
              <a:t>(I</a:t>
            </a:r>
            <a:r>
              <a:rPr dirty="0" sz="2600" spc="-85" b="1">
                <a:solidFill>
                  <a:srgbClr val="BF0000"/>
                </a:solidFill>
                <a:latin typeface="Arial"/>
                <a:cs typeface="Arial"/>
              </a:rPr>
              <a:t>mport</a:t>
            </a:r>
            <a:r>
              <a:rPr dirty="0" sz="2500" spc="-85" b="1">
                <a:solidFill>
                  <a:srgbClr val="BF0000"/>
                </a:solidFill>
                <a:latin typeface="Arial"/>
                <a:cs typeface="Arial"/>
              </a:rPr>
              <a:t>a</a:t>
            </a:r>
            <a:r>
              <a:rPr dirty="0" sz="2600" spc="-85" b="1">
                <a:solidFill>
                  <a:srgbClr val="BF0000"/>
                </a:solidFill>
                <a:latin typeface="Arial"/>
                <a:cs typeface="Arial"/>
              </a:rPr>
              <a:t>nt</a:t>
            </a:r>
            <a:r>
              <a:rPr dirty="0" sz="2600" spc="-265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500" spc="-110" b="1">
                <a:solidFill>
                  <a:srgbClr val="BF0000"/>
                </a:solidFill>
                <a:latin typeface="Arial"/>
                <a:cs typeface="Arial"/>
              </a:rPr>
              <a:t>P</a:t>
            </a:r>
            <a:r>
              <a:rPr dirty="0" sz="2600" spc="-110" b="1">
                <a:solidFill>
                  <a:srgbClr val="BF0000"/>
                </a:solidFill>
                <a:latin typeface="Arial"/>
                <a:cs typeface="Arial"/>
              </a:rPr>
              <a:t>oint</a:t>
            </a:r>
            <a:r>
              <a:rPr dirty="0" sz="2500" spc="-110" b="1">
                <a:solidFill>
                  <a:srgbClr val="BF0000"/>
                </a:solidFill>
                <a:latin typeface="Arial"/>
                <a:cs typeface="Arial"/>
              </a:rPr>
              <a:t>e</a:t>
            </a:r>
            <a:r>
              <a:rPr dirty="0" sz="2600" spc="-110" b="1">
                <a:solidFill>
                  <a:srgbClr val="BF0000"/>
                </a:solidFill>
                <a:latin typeface="Arial"/>
                <a:cs typeface="Arial"/>
              </a:rPr>
              <a:t>rs</a:t>
            </a:r>
            <a:r>
              <a:rPr dirty="0" sz="2500" spc="-110" b="1">
                <a:solidFill>
                  <a:srgbClr val="BF0000"/>
                </a:solidFill>
                <a:latin typeface="Arial"/>
                <a:cs typeface="Arial"/>
              </a:rPr>
              <a:t>)</a:t>
            </a:r>
            <a:r>
              <a:rPr dirty="0" sz="2500" spc="-90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600" spc="-150" b="1">
                <a:solidFill>
                  <a:srgbClr val="BF0000"/>
                </a:solidFill>
                <a:latin typeface="Arial"/>
                <a:cs typeface="Arial"/>
              </a:rPr>
              <a:t>wh</a:t>
            </a:r>
            <a:r>
              <a:rPr dirty="0" sz="2500" spc="-150" b="1">
                <a:solidFill>
                  <a:srgbClr val="BF0000"/>
                </a:solidFill>
                <a:latin typeface="Arial"/>
                <a:cs typeface="Arial"/>
              </a:rPr>
              <a:t>e</a:t>
            </a:r>
            <a:r>
              <a:rPr dirty="0" sz="2600" spc="-150" b="1">
                <a:solidFill>
                  <a:srgbClr val="BF0000"/>
                </a:solidFill>
                <a:latin typeface="Arial"/>
                <a:cs typeface="Arial"/>
              </a:rPr>
              <a:t>n</a:t>
            </a:r>
            <a:r>
              <a:rPr dirty="0" sz="2600" spc="-114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600" spc="-215" b="1">
                <a:solidFill>
                  <a:srgbClr val="BF0000"/>
                </a:solidFill>
                <a:latin typeface="Arial"/>
                <a:cs typeface="Arial"/>
              </a:rPr>
              <a:t>you</a:t>
            </a:r>
            <a:r>
              <a:rPr dirty="0" sz="2600" spc="-229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600" spc="-155" b="1">
                <a:solidFill>
                  <a:srgbClr val="BF0000"/>
                </a:solidFill>
                <a:latin typeface="Arial"/>
                <a:cs typeface="Arial"/>
              </a:rPr>
              <a:t>uplo</a:t>
            </a:r>
            <a:r>
              <a:rPr dirty="0" sz="2500" spc="-155" b="1">
                <a:solidFill>
                  <a:srgbClr val="BF0000"/>
                </a:solidFill>
                <a:latin typeface="Arial"/>
                <a:cs typeface="Arial"/>
              </a:rPr>
              <a:t>ad</a:t>
            </a:r>
            <a:r>
              <a:rPr dirty="0" sz="2500" spc="-135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600" spc="-50" b="1">
                <a:solidFill>
                  <a:srgbClr val="BF0000"/>
                </a:solidFill>
                <a:latin typeface="Arial"/>
                <a:cs typeface="Arial"/>
              </a:rPr>
              <a:t>th</a:t>
            </a:r>
            <a:r>
              <a:rPr dirty="0" sz="2500" spc="-50" b="1">
                <a:solidFill>
                  <a:srgbClr val="BF0000"/>
                </a:solidFill>
                <a:latin typeface="Arial"/>
                <a:cs typeface="Arial"/>
              </a:rPr>
              <a:t>e</a:t>
            </a:r>
            <a:r>
              <a:rPr dirty="0" sz="2500" spc="-290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500" spc="-95" b="1">
                <a:solidFill>
                  <a:srgbClr val="BF0000"/>
                </a:solidFill>
                <a:latin typeface="Arial"/>
                <a:cs typeface="Arial"/>
              </a:rPr>
              <a:t>de</a:t>
            </a:r>
            <a:r>
              <a:rPr dirty="0" sz="2600" spc="-95" b="1">
                <a:solidFill>
                  <a:srgbClr val="BF0000"/>
                </a:solidFill>
                <a:latin typeface="Arial"/>
                <a:cs typeface="Arial"/>
              </a:rPr>
              <a:t>t</a:t>
            </a:r>
            <a:r>
              <a:rPr dirty="0" sz="2500" spc="-95" b="1">
                <a:solidFill>
                  <a:srgbClr val="BF0000"/>
                </a:solidFill>
                <a:latin typeface="Arial"/>
                <a:cs typeface="Arial"/>
              </a:rPr>
              <a:t>a</a:t>
            </a:r>
            <a:r>
              <a:rPr dirty="0" sz="2600" spc="-95" b="1">
                <a:solidFill>
                  <a:srgbClr val="BF0000"/>
                </a:solidFill>
                <a:latin typeface="Arial"/>
                <a:cs typeface="Arial"/>
              </a:rPr>
              <a:t>ils</a:t>
            </a:r>
            <a:r>
              <a:rPr dirty="0" sz="2600" spc="-210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600" spc="-105" b="1">
                <a:solidFill>
                  <a:srgbClr val="BF0000"/>
                </a:solidFill>
                <a:latin typeface="Arial"/>
                <a:cs typeface="Arial"/>
              </a:rPr>
              <a:t>of</a:t>
            </a:r>
            <a:r>
              <a:rPr dirty="0" sz="2600" spc="-275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600" spc="-125" b="1">
                <a:solidFill>
                  <a:srgbClr val="BF0000"/>
                </a:solidFill>
                <a:latin typeface="Arial"/>
                <a:cs typeface="Arial"/>
              </a:rPr>
              <a:t>your</a:t>
            </a:r>
            <a:r>
              <a:rPr dirty="0" sz="2600" spc="-290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600" spc="-114" b="1">
                <a:solidFill>
                  <a:srgbClr val="BF0000"/>
                </a:solidFill>
                <a:latin typeface="Arial"/>
                <a:cs typeface="Arial"/>
              </a:rPr>
              <a:t>i</a:t>
            </a:r>
            <a:r>
              <a:rPr dirty="0" sz="2500" spc="-114" b="1">
                <a:solidFill>
                  <a:srgbClr val="BF0000"/>
                </a:solidFill>
                <a:latin typeface="Arial"/>
                <a:cs typeface="Arial"/>
              </a:rPr>
              <a:t>dea</a:t>
            </a:r>
            <a:r>
              <a:rPr dirty="0" sz="2500" spc="-90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600" spc="-245" b="1">
                <a:solidFill>
                  <a:srgbClr val="BF0000"/>
                </a:solidFill>
                <a:latin typeface="Arial"/>
                <a:cs typeface="Arial"/>
              </a:rPr>
              <a:t>on</a:t>
            </a:r>
            <a:r>
              <a:rPr dirty="0" sz="2600" spc="-220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500" spc="-120" b="1">
                <a:solidFill>
                  <a:srgbClr val="BF0000"/>
                </a:solidFill>
                <a:latin typeface="Arial"/>
                <a:cs typeface="Arial"/>
              </a:rPr>
              <a:t>SIH </a:t>
            </a:r>
            <a:r>
              <a:rPr dirty="0" sz="2600" spc="-10" b="1">
                <a:solidFill>
                  <a:srgbClr val="BF0000"/>
                </a:solidFill>
                <a:latin typeface="Arial"/>
                <a:cs typeface="Arial"/>
              </a:rPr>
              <a:t>port</a:t>
            </a:r>
            <a:r>
              <a:rPr dirty="0" sz="2500" spc="-10" b="1">
                <a:solidFill>
                  <a:srgbClr val="BF0000"/>
                </a:solidFill>
                <a:latin typeface="Arial"/>
                <a:cs typeface="Arial"/>
              </a:rPr>
              <a:t>a</a:t>
            </a:r>
            <a:r>
              <a:rPr dirty="0" sz="2600" spc="-10" b="1">
                <a:solidFill>
                  <a:srgbClr val="BF0000"/>
                </a:solidFill>
                <a:latin typeface="Arial"/>
                <a:cs typeface="Arial"/>
              </a:rPr>
              <a:t>l</a:t>
            </a:r>
            <a:r>
              <a:rPr dirty="0" sz="2500" spc="-10" b="1">
                <a:solidFill>
                  <a:srgbClr val="BF0000"/>
                </a:solidFill>
                <a:latin typeface="Arial"/>
                <a:cs typeface="Arial"/>
              </a:rPr>
              <a:t>.</a:t>
            </a:r>
            <a:endParaRPr sz="25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755"/>
              </a:lnSpc>
            </a:pPr>
            <a:r>
              <a:rPr dirty="0" sz="1800" spc="-180">
                <a:latin typeface="Gadugi"/>
                <a:cs typeface="Gadugi"/>
              </a:rPr>
              <a:t>@</a:t>
            </a:r>
            <a:r>
              <a:rPr dirty="0" spc="-180"/>
              <a:t>SIH</a:t>
            </a:r>
            <a:r>
              <a:rPr dirty="0" spc="-140"/>
              <a:t> </a:t>
            </a:r>
            <a:r>
              <a:rPr dirty="0" spc="-75"/>
              <a:t>Idea</a:t>
            </a:r>
            <a:r>
              <a:rPr dirty="0" spc="-70"/>
              <a:t> </a:t>
            </a:r>
            <a:r>
              <a:rPr dirty="0" spc="-50"/>
              <a:t>submission</a:t>
            </a:r>
            <a:r>
              <a:rPr dirty="0" sz="1550" spc="-50">
                <a:latin typeface="Tahoma"/>
                <a:cs typeface="Tahoma"/>
              </a:rPr>
              <a:t>-</a:t>
            </a:r>
            <a:r>
              <a:rPr dirty="0" sz="1550" spc="-30">
                <a:latin typeface="Tahoma"/>
                <a:cs typeface="Tahoma"/>
              </a:rPr>
              <a:t> </a:t>
            </a:r>
            <a:r>
              <a:rPr dirty="0" spc="-20"/>
              <a:t>Template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 spc="120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2026-09-09T05:37:36Z</dcterms:created>
  <dcterms:modified xsi:type="dcterms:W3CDTF">2026-09-09T05:37:36Z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v10.0.20070.1</vt:lpwstr>
  </property>
  <property fmtid="{D5CDD505-2E9C-101B-9397-08002B2CF9AE}" pid="3" name="Created">
    <vt:filetime>2026-09-09T00:00:00Z</vt:filetime>
  </property>
  <property fmtid="{D5CDD505-2E9C-101B-9397-08002B2CF9AE}" pid="4" name="Producer">
    <vt:lpwstr>Skia/PDF m136</vt:lpwstr>
  </property>
  <property fmtid="{D5CDD505-2E9C-101B-9397-08002B2CF9AE}" pid="5" name="LastSaved">
    <vt:filetime>2026-09-09T00:00:00Z</vt:filetime>
  </property>
</Properties>
</file>