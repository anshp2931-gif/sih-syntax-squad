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6256000" cy="9144000"/>
  <p:notesSz cx="16256000" cy="9144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219200" y="2834640"/>
            <a:ext cx="13817600" cy="192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05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438400" y="5120640"/>
            <a:ext cx="11379200" cy="2286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650" b="1" i="0" u="sng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165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755"/>
              </a:lnSpc>
            </a:pPr>
            <a:r>
              <a:rPr dirty="0" sz="1800" spc="-180">
                <a:latin typeface="Gadugi"/>
                <a:cs typeface="Gadugi"/>
              </a:rPr>
              <a:t>@</a:t>
            </a:r>
            <a:r>
              <a:rPr dirty="0" spc="-180"/>
              <a:t>SIH</a:t>
            </a:r>
            <a:r>
              <a:rPr dirty="0" spc="-140"/>
              <a:t> </a:t>
            </a:r>
            <a:r>
              <a:rPr dirty="0" spc="-75"/>
              <a:t>Idea</a:t>
            </a:r>
            <a:r>
              <a:rPr dirty="0" spc="-70"/>
              <a:t> </a:t>
            </a:r>
            <a:r>
              <a:rPr dirty="0" spc="-50"/>
              <a:t>submission</a:t>
            </a:r>
            <a:r>
              <a:rPr dirty="0" sz="1550" spc="-50">
                <a:latin typeface="Tahoma"/>
                <a:cs typeface="Tahoma"/>
              </a:rPr>
              <a:t>-</a:t>
            </a:r>
            <a:r>
              <a:rPr dirty="0" sz="1550" spc="-30">
                <a:latin typeface="Tahoma"/>
                <a:cs typeface="Tahoma"/>
              </a:rPr>
              <a:t> </a:t>
            </a:r>
            <a:r>
              <a:rPr dirty="0" spc="-20"/>
              <a:t>Template</a:t>
            </a:r>
            <a:endParaRPr sz="1550">
              <a:latin typeface="Tahoma"/>
              <a:cs typeface="Tahoma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6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425"/>
              </a:lnSpc>
            </a:pPr>
            <a:fld id="{81D60167-4931-47E6-BA6A-407CBD079E47}" type="slidenum">
              <a:rPr dirty="0" spc="120"/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05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4650" b="1" i="0" u="sng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165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755"/>
              </a:lnSpc>
            </a:pPr>
            <a:r>
              <a:rPr dirty="0" sz="1800" spc="-180">
                <a:latin typeface="Gadugi"/>
                <a:cs typeface="Gadugi"/>
              </a:rPr>
              <a:t>@</a:t>
            </a:r>
            <a:r>
              <a:rPr dirty="0" spc="-180"/>
              <a:t>SIH</a:t>
            </a:r>
            <a:r>
              <a:rPr dirty="0" spc="-140"/>
              <a:t> </a:t>
            </a:r>
            <a:r>
              <a:rPr dirty="0" spc="-75"/>
              <a:t>Idea</a:t>
            </a:r>
            <a:r>
              <a:rPr dirty="0" spc="-70"/>
              <a:t> </a:t>
            </a:r>
            <a:r>
              <a:rPr dirty="0" spc="-50"/>
              <a:t>submission</a:t>
            </a:r>
            <a:r>
              <a:rPr dirty="0" sz="1550" spc="-50">
                <a:latin typeface="Tahoma"/>
                <a:cs typeface="Tahoma"/>
              </a:rPr>
              <a:t>-</a:t>
            </a:r>
            <a:r>
              <a:rPr dirty="0" sz="1550" spc="-30">
                <a:latin typeface="Tahoma"/>
                <a:cs typeface="Tahoma"/>
              </a:rPr>
              <a:t> </a:t>
            </a:r>
            <a:r>
              <a:rPr dirty="0" spc="-20"/>
              <a:t>Template</a:t>
            </a:r>
            <a:endParaRPr sz="1550">
              <a:latin typeface="Tahoma"/>
              <a:cs typeface="Tahoma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6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425"/>
              </a:lnSpc>
            </a:pPr>
            <a:fld id="{81D60167-4931-47E6-BA6A-407CBD079E47}" type="slidenum">
              <a:rPr dirty="0" spc="120"/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05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812800" y="2103120"/>
            <a:ext cx="7071360" cy="6035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8371840" y="2103120"/>
            <a:ext cx="7071360" cy="6035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165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755"/>
              </a:lnSpc>
            </a:pPr>
            <a:r>
              <a:rPr dirty="0" sz="1800" spc="-180">
                <a:latin typeface="Gadugi"/>
                <a:cs typeface="Gadugi"/>
              </a:rPr>
              <a:t>@</a:t>
            </a:r>
            <a:r>
              <a:rPr dirty="0" spc="-180"/>
              <a:t>SIH</a:t>
            </a:r>
            <a:r>
              <a:rPr dirty="0" spc="-140"/>
              <a:t> </a:t>
            </a:r>
            <a:r>
              <a:rPr dirty="0" spc="-75"/>
              <a:t>Idea</a:t>
            </a:r>
            <a:r>
              <a:rPr dirty="0" spc="-70"/>
              <a:t> </a:t>
            </a:r>
            <a:r>
              <a:rPr dirty="0" spc="-50"/>
              <a:t>submission</a:t>
            </a:r>
            <a:r>
              <a:rPr dirty="0" sz="1550" spc="-50">
                <a:latin typeface="Tahoma"/>
                <a:cs typeface="Tahoma"/>
              </a:rPr>
              <a:t>-</a:t>
            </a:r>
            <a:r>
              <a:rPr dirty="0" sz="1550" spc="-30">
                <a:latin typeface="Tahoma"/>
                <a:cs typeface="Tahoma"/>
              </a:rPr>
              <a:t> </a:t>
            </a:r>
            <a:r>
              <a:rPr dirty="0" spc="-20"/>
              <a:t>Template</a:t>
            </a:r>
            <a:endParaRPr sz="1550">
              <a:latin typeface="Tahoma"/>
              <a:cs typeface="Tahoma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6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425"/>
              </a:lnSpc>
            </a:pPr>
            <a:fld id="{81D60167-4931-47E6-BA6A-407CBD079E47}" type="slidenum">
              <a:rPr dirty="0" spc="120"/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05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165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755"/>
              </a:lnSpc>
            </a:pPr>
            <a:r>
              <a:rPr dirty="0" sz="1800" spc="-180">
                <a:latin typeface="Gadugi"/>
                <a:cs typeface="Gadugi"/>
              </a:rPr>
              <a:t>@</a:t>
            </a:r>
            <a:r>
              <a:rPr dirty="0" spc="-180"/>
              <a:t>SIH</a:t>
            </a:r>
            <a:r>
              <a:rPr dirty="0" spc="-140"/>
              <a:t> </a:t>
            </a:r>
            <a:r>
              <a:rPr dirty="0" spc="-75"/>
              <a:t>Idea</a:t>
            </a:r>
            <a:r>
              <a:rPr dirty="0" spc="-70"/>
              <a:t> </a:t>
            </a:r>
            <a:r>
              <a:rPr dirty="0" spc="-50"/>
              <a:t>submission</a:t>
            </a:r>
            <a:r>
              <a:rPr dirty="0" sz="1550" spc="-50">
                <a:latin typeface="Tahoma"/>
                <a:cs typeface="Tahoma"/>
              </a:rPr>
              <a:t>-</a:t>
            </a:r>
            <a:r>
              <a:rPr dirty="0" sz="1550" spc="-30">
                <a:latin typeface="Tahoma"/>
                <a:cs typeface="Tahoma"/>
              </a:rPr>
              <a:t> </a:t>
            </a:r>
            <a:r>
              <a:rPr dirty="0" spc="-20"/>
              <a:t>Template</a:t>
            </a:r>
            <a:endParaRPr sz="1550">
              <a:latin typeface="Tahoma"/>
              <a:cs typeface="Tahoma"/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6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425"/>
              </a:lnSpc>
            </a:pPr>
            <a:fld id="{81D60167-4931-47E6-BA6A-407CBD079E47}" type="slidenum">
              <a:rPr dirty="0" spc="120"/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165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755"/>
              </a:lnSpc>
            </a:pPr>
            <a:r>
              <a:rPr dirty="0" sz="1800" spc="-180">
                <a:latin typeface="Gadugi"/>
                <a:cs typeface="Gadugi"/>
              </a:rPr>
              <a:t>@</a:t>
            </a:r>
            <a:r>
              <a:rPr dirty="0" spc="-180"/>
              <a:t>SIH</a:t>
            </a:r>
            <a:r>
              <a:rPr dirty="0" spc="-140"/>
              <a:t> </a:t>
            </a:r>
            <a:r>
              <a:rPr dirty="0" spc="-75"/>
              <a:t>Idea</a:t>
            </a:r>
            <a:r>
              <a:rPr dirty="0" spc="-70"/>
              <a:t> </a:t>
            </a:r>
            <a:r>
              <a:rPr dirty="0" spc="-50"/>
              <a:t>submission</a:t>
            </a:r>
            <a:r>
              <a:rPr dirty="0" sz="1550" spc="-50">
                <a:latin typeface="Tahoma"/>
                <a:cs typeface="Tahoma"/>
              </a:rPr>
              <a:t>-</a:t>
            </a:r>
            <a:r>
              <a:rPr dirty="0" sz="1550" spc="-30">
                <a:latin typeface="Tahoma"/>
                <a:cs typeface="Tahoma"/>
              </a:rPr>
              <a:t> </a:t>
            </a:r>
            <a:r>
              <a:rPr dirty="0" spc="-20"/>
              <a:t>Template</a:t>
            </a:r>
            <a:endParaRPr sz="1550">
              <a:latin typeface="Tahoma"/>
              <a:cs typeface="Tahoma"/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6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425"/>
              </a:lnSpc>
            </a:pPr>
            <a:fld id="{81D60167-4931-47E6-BA6A-407CBD079E47}" type="slidenum">
              <a:rPr dirty="0" spc="120"/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Relationship Id="rId8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8483600"/>
            <a:ext cx="16256000" cy="660400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8445500"/>
            <a:ext cx="16256000" cy="6985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032000" y="93350"/>
            <a:ext cx="10643870" cy="13563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05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1600" y="2685938"/>
            <a:ext cx="15276830" cy="32429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650" b="1" i="0" u="sng">
                <a:solidFill>
                  <a:schemeClr val="tx2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6870700" y="8598489"/>
            <a:ext cx="2920365" cy="254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5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12700">
              <a:lnSpc>
                <a:spcPts val="1755"/>
              </a:lnSpc>
            </a:pPr>
            <a:r>
              <a:rPr dirty="0" sz="1800" spc="-180">
                <a:latin typeface="Gadugi"/>
                <a:cs typeface="Gadugi"/>
              </a:rPr>
              <a:t>@</a:t>
            </a:r>
            <a:r>
              <a:rPr dirty="0" spc="-180"/>
              <a:t>SIH</a:t>
            </a:r>
            <a:r>
              <a:rPr dirty="0" spc="-140"/>
              <a:t> </a:t>
            </a:r>
            <a:r>
              <a:rPr dirty="0" spc="-75"/>
              <a:t>Idea</a:t>
            </a:r>
            <a:r>
              <a:rPr dirty="0" spc="-70"/>
              <a:t> </a:t>
            </a:r>
            <a:r>
              <a:rPr dirty="0" spc="-50"/>
              <a:t>submission</a:t>
            </a:r>
            <a:r>
              <a:rPr dirty="0" sz="1550" spc="-50">
                <a:latin typeface="Tahoma"/>
                <a:cs typeface="Tahoma"/>
              </a:rPr>
              <a:t>-</a:t>
            </a:r>
            <a:r>
              <a:rPr dirty="0" sz="1550" spc="-30">
                <a:latin typeface="Tahoma"/>
                <a:cs typeface="Tahoma"/>
              </a:rPr>
              <a:t> </a:t>
            </a:r>
            <a:r>
              <a:rPr dirty="0" spc="-20"/>
              <a:t>Template</a:t>
            </a:r>
            <a:endParaRPr sz="1550">
              <a:latin typeface="Tahoma"/>
              <a:cs typeface="Tahoma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812800" y="8503920"/>
            <a:ext cx="3738880" cy="4572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5138400" y="8613241"/>
            <a:ext cx="228600" cy="1809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5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425"/>
              </a:lnSpc>
            </a:pPr>
            <a:fld id="{81D60167-4931-47E6-BA6A-407CBD079E47}" type="slidenum">
              <a:rPr dirty="0" spc="120"/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7542487" y="1135378"/>
            <a:ext cx="6184900" cy="6873875"/>
            <a:chOff x="7542487" y="1135378"/>
            <a:chExt cx="6184900" cy="6873875"/>
          </a:xfrm>
        </p:grpSpPr>
        <p:sp>
          <p:nvSpPr>
            <p:cNvPr id="3" name="object 3"/>
            <p:cNvSpPr/>
            <p:nvPr/>
          </p:nvSpPr>
          <p:spPr>
            <a:xfrm>
              <a:off x="7542487" y="1135378"/>
              <a:ext cx="6184900" cy="6873875"/>
            </a:xfrm>
            <a:custGeom>
              <a:avLst/>
              <a:gdLst/>
              <a:ahLst/>
              <a:cxnLst/>
              <a:rect l="l" t="t" r="r" b="b"/>
              <a:pathLst>
                <a:path w="6184900" h="6873875">
                  <a:moveTo>
                    <a:pt x="4690918" y="6873393"/>
                  </a:moveTo>
                  <a:lnTo>
                    <a:pt x="2489758" y="6873393"/>
                  </a:lnTo>
                  <a:lnTo>
                    <a:pt x="2447442" y="6870400"/>
                  </a:lnTo>
                  <a:lnTo>
                    <a:pt x="2406238" y="6861571"/>
                  </a:lnTo>
                  <a:lnTo>
                    <a:pt x="2366403" y="6847134"/>
                  </a:lnTo>
                  <a:lnTo>
                    <a:pt x="2328194" y="6827316"/>
                  </a:lnTo>
                  <a:lnTo>
                    <a:pt x="2291867" y="6802345"/>
                  </a:lnTo>
                  <a:lnTo>
                    <a:pt x="2257681" y="6772448"/>
                  </a:lnTo>
                  <a:lnTo>
                    <a:pt x="2225890" y="6737852"/>
                  </a:lnTo>
                  <a:lnTo>
                    <a:pt x="2196752" y="6698785"/>
                  </a:lnTo>
                  <a:lnTo>
                    <a:pt x="2170523" y="6655474"/>
                  </a:lnTo>
                  <a:lnTo>
                    <a:pt x="2147461" y="6608147"/>
                  </a:lnTo>
                  <a:lnTo>
                    <a:pt x="1049258" y="4075659"/>
                  </a:lnTo>
                  <a:lnTo>
                    <a:pt x="1031578" y="4031569"/>
                  </a:lnTo>
                  <a:lnTo>
                    <a:pt x="1017433" y="3985686"/>
                  </a:lnTo>
                  <a:lnTo>
                    <a:pt x="1006825" y="3938408"/>
                  </a:lnTo>
                  <a:lnTo>
                    <a:pt x="999752" y="3890133"/>
                  </a:lnTo>
                  <a:lnTo>
                    <a:pt x="996216" y="3841261"/>
                  </a:lnTo>
                  <a:lnTo>
                    <a:pt x="996216" y="3792190"/>
                  </a:lnTo>
                  <a:lnTo>
                    <a:pt x="999752" y="3743317"/>
                  </a:lnTo>
                  <a:lnTo>
                    <a:pt x="1006825" y="3695043"/>
                  </a:lnTo>
                  <a:lnTo>
                    <a:pt x="1017433" y="3647765"/>
                  </a:lnTo>
                  <a:lnTo>
                    <a:pt x="1031578" y="3601882"/>
                  </a:lnTo>
                  <a:lnTo>
                    <a:pt x="1049258" y="3557792"/>
                  </a:lnTo>
                  <a:lnTo>
                    <a:pt x="1491395" y="2538217"/>
                  </a:lnTo>
                  <a:lnTo>
                    <a:pt x="1490186" y="2537540"/>
                  </a:lnTo>
                  <a:lnTo>
                    <a:pt x="1456213" y="2502481"/>
                  </a:lnTo>
                  <a:lnTo>
                    <a:pt x="1429541" y="2455983"/>
                  </a:lnTo>
                  <a:lnTo>
                    <a:pt x="968334" y="1392430"/>
                  </a:lnTo>
                  <a:lnTo>
                    <a:pt x="953958" y="1350716"/>
                  </a:lnTo>
                  <a:lnTo>
                    <a:pt x="946770" y="1306328"/>
                  </a:lnTo>
                  <a:lnTo>
                    <a:pt x="946770" y="1261049"/>
                  </a:lnTo>
                  <a:lnTo>
                    <a:pt x="953958" y="1216660"/>
                  </a:lnTo>
                  <a:lnTo>
                    <a:pt x="968380" y="1174840"/>
                  </a:lnTo>
                  <a:lnTo>
                    <a:pt x="1429541" y="111396"/>
                  </a:lnTo>
                  <a:lnTo>
                    <a:pt x="1456213" y="64898"/>
                  </a:lnTo>
                  <a:lnTo>
                    <a:pt x="1490185" y="29838"/>
                  </a:lnTo>
                  <a:lnTo>
                    <a:pt x="1529773" y="7708"/>
                  </a:lnTo>
                  <a:lnTo>
                    <a:pt x="1573291" y="0"/>
                  </a:lnTo>
                  <a:lnTo>
                    <a:pt x="2497700" y="0"/>
                  </a:lnTo>
                  <a:lnTo>
                    <a:pt x="2540345" y="7708"/>
                  </a:lnTo>
                  <a:lnTo>
                    <a:pt x="2579808" y="29838"/>
                  </a:lnTo>
                  <a:lnTo>
                    <a:pt x="2613655" y="64898"/>
                  </a:lnTo>
                  <a:lnTo>
                    <a:pt x="2639454" y="111396"/>
                  </a:lnTo>
                  <a:lnTo>
                    <a:pt x="2654377" y="145659"/>
                  </a:lnTo>
                  <a:lnTo>
                    <a:pt x="1625738" y="145659"/>
                  </a:lnTo>
                  <a:lnTo>
                    <a:pt x="1587158" y="152493"/>
                  </a:lnTo>
                  <a:lnTo>
                    <a:pt x="1552062" y="172112"/>
                  </a:lnTo>
                  <a:lnTo>
                    <a:pt x="1521944" y="203194"/>
                  </a:lnTo>
                  <a:lnTo>
                    <a:pt x="1498298" y="244415"/>
                  </a:lnTo>
                  <a:lnTo>
                    <a:pt x="1089426" y="1187284"/>
                  </a:lnTo>
                  <a:lnTo>
                    <a:pt x="1074491" y="1233943"/>
                  </a:lnTo>
                  <a:lnTo>
                    <a:pt x="1069513" y="1283688"/>
                  </a:lnTo>
                  <a:lnTo>
                    <a:pt x="1074491" y="1333433"/>
                  </a:lnTo>
                  <a:lnTo>
                    <a:pt x="1089392" y="1379986"/>
                  </a:lnTo>
                  <a:lnTo>
                    <a:pt x="1498298" y="2322963"/>
                  </a:lnTo>
                  <a:lnTo>
                    <a:pt x="1521944" y="2364184"/>
                  </a:lnTo>
                  <a:lnTo>
                    <a:pt x="1552062" y="2395265"/>
                  </a:lnTo>
                  <a:lnTo>
                    <a:pt x="1558283" y="2398741"/>
                  </a:lnTo>
                  <a:lnTo>
                    <a:pt x="1500130" y="2532843"/>
                  </a:lnTo>
                  <a:lnTo>
                    <a:pt x="1536434" y="2550561"/>
                  </a:lnTo>
                  <a:lnTo>
                    <a:pt x="1569375" y="2554932"/>
                  </a:lnTo>
                  <a:lnTo>
                    <a:pt x="5694647" y="2554932"/>
                  </a:lnTo>
                  <a:lnTo>
                    <a:pt x="6131416" y="3557792"/>
                  </a:lnTo>
                  <a:lnTo>
                    <a:pt x="6149097" y="3601882"/>
                  </a:lnTo>
                  <a:lnTo>
                    <a:pt x="6163242" y="3647765"/>
                  </a:lnTo>
                  <a:lnTo>
                    <a:pt x="6173850" y="3695043"/>
                  </a:lnTo>
                  <a:lnTo>
                    <a:pt x="6180922" y="3743317"/>
                  </a:lnTo>
                  <a:lnTo>
                    <a:pt x="6184458" y="3792190"/>
                  </a:lnTo>
                  <a:lnTo>
                    <a:pt x="6184458" y="3841261"/>
                  </a:lnTo>
                  <a:lnTo>
                    <a:pt x="6180922" y="3890133"/>
                  </a:lnTo>
                  <a:lnTo>
                    <a:pt x="6173850" y="3938408"/>
                  </a:lnTo>
                  <a:lnTo>
                    <a:pt x="6163242" y="3985686"/>
                  </a:lnTo>
                  <a:lnTo>
                    <a:pt x="6149097" y="4031569"/>
                  </a:lnTo>
                  <a:lnTo>
                    <a:pt x="6131416" y="4075659"/>
                  </a:lnTo>
                  <a:lnTo>
                    <a:pt x="5028460" y="6608147"/>
                  </a:lnTo>
                  <a:lnTo>
                    <a:pt x="5003894" y="6660489"/>
                  </a:lnTo>
                  <a:lnTo>
                    <a:pt x="4974906" y="6707842"/>
                  </a:lnTo>
                  <a:lnTo>
                    <a:pt x="4942006" y="6749892"/>
                  </a:lnTo>
                  <a:lnTo>
                    <a:pt x="4905701" y="6786329"/>
                  </a:lnTo>
                  <a:lnTo>
                    <a:pt x="4866501" y="6816841"/>
                  </a:lnTo>
                  <a:lnTo>
                    <a:pt x="4824914" y="6841115"/>
                  </a:lnTo>
                  <a:lnTo>
                    <a:pt x="4781448" y="6858839"/>
                  </a:lnTo>
                  <a:lnTo>
                    <a:pt x="4736613" y="6869703"/>
                  </a:lnTo>
                  <a:lnTo>
                    <a:pt x="4690918" y="6873393"/>
                  </a:lnTo>
                  <a:close/>
                </a:path>
                <a:path w="6184900" h="6873875">
                  <a:moveTo>
                    <a:pt x="2915972" y="746304"/>
                  </a:moveTo>
                  <a:lnTo>
                    <a:pt x="2789508" y="746304"/>
                  </a:lnTo>
                  <a:lnTo>
                    <a:pt x="2570924" y="244415"/>
                  </a:lnTo>
                  <a:lnTo>
                    <a:pt x="2548051" y="203194"/>
                  </a:lnTo>
                  <a:lnTo>
                    <a:pt x="2518044" y="172112"/>
                  </a:lnTo>
                  <a:lnTo>
                    <a:pt x="2483059" y="152493"/>
                  </a:lnTo>
                  <a:lnTo>
                    <a:pt x="2445252" y="145659"/>
                  </a:lnTo>
                  <a:lnTo>
                    <a:pt x="2654377" y="145659"/>
                  </a:lnTo>
                  <a:lnTo>
                    <a:pt x="2915972" y="746304"/>
                  </a:lnTo>
                  <a:close/>
                </a:path>
                <a:path w="6184900" h="6873875">
                  <a:moveTo>
                    <a:pt x="2441336" y="2409272"/>
                  </a:moveTo>
                  <a:lnTo>
                    <a:pt x="1621822" y="2409272"/>
                  </a:lnTo>
                  <a:lnTo>
                    <a:pt x="1611932" y="2408834"/>
                  </a:lnTo>
                  <a:lnTo>
                    <a:pt x="1602189" y="2407536"/>
                  </a:lnTo>
                  <a:lnTo>
                    <a:pt x="1592618" y="2405397"/>
                  </a:lnTo>
                  <a:lnTo>
                    <a:pt x="1583241" y="2402438"/>
                  </a:lnTo>
                  <a:lnTo>
                    <a:pt x="1556707" y="2387605"/>
                  </a:lnTo>
                  <a:lnTo>
                    <a:pt x="2147461" y="1025306"/>
                  </a:lnTo>
                  <a:lnTo>
                    <a:pt x="2170523" y="977978"/>
                  </a:lnTo>
                  <a:lnTo>
                    <a:pt x="2196752" y="934667"/>
                  </a:lnTo>
                  <a:lnTo>
                    <a:pt x="2225890" y="895599"/>
                  </a:lnTo>
                  <a:lnTo>
                    <a:pt x="2257681" y="861003"/>
                  </a:lnTo>
                  <a:lnTo>
                    <a:pt x="2291867" y="831106"/>
                  </a:lnTo>
                  <a:lnTo>
                    <a:pt x="2328194" y="806135"/>
                  </a:lnTo>
                  <a:lnTo>
                    <a:pt x="2366403" y="786317"/>
                  </a:lnTo>
                  <a:lnTo>
                    <a:pt x="2406238" y="771880"/>
                  </a:lnTo>
                  <a:lnTo>
                    <a:pt x="2447442" y="763051"/>
                  </a:lnTo>
                  <a:lnTo>
                    <a:pt x="2489758" y="760058"/>
                  </a:lnTo>
                  <a:lnTo>
                    <a:pt x="2797001" y="760058"/>
                  </a:lnTo>
                  <a:lnTo>
                    <a:pt x="2977649" y="1174840"/>
                  </a:lnTo>
                  <a:lnTo>
                    <a:pt x="2992583" y="1221499"/>
                  </a:lnTo>
                  <a:lnTo>
                    <a:pt x="2997561" y="1271244"/>
                  </a:lnTo>
                  <a:lnTo>
                    <a:pt x="2992583" y="1320988"/>
                  </a:lnTo>
                  <a:lnTo>
                    <a:pt x="2977649" y="1367647"/>
                  </a:lnTo>
                  <a:lnTo>
                    <a:pt x="2567006" y="2310519"/>
                  </a:lnTo>
                  <a:lnTo>
                    <a:pt x="2544135" y="2351739"/>
                  </a:lnTo>
                  <a:lnTo>
                    <a:pt x="2514128" y="2382820"/>
                  </a:lnTo>
                  <a:lnTo>
                    <a:pt x="2479142" y="2402438"/>
                  </a:lnTo>
                  <a:lnTo>
                    <a:pt x="2441336" y="2409272"/>
                  </a:lnTo>
                  <a:close/>
                </a:path>
                <a:path w="6184900" h="6873875">
                  <a:moveTo>
                    <a:pt x="5694647" y="2554932"/>
                  </a:moveTo>
                  <a:lnTo>
                    <a:pt x="2493783" y="2554932"/>
                  </a:lnTo>
                  <a:lnTo>
                    <a:pt x="2536428" y="2547224"/>
                  </a:lnTo>
                  <a:lnTo>
                    <a:pt x="2575891" y="2525095"/>
                  </a:lnTo>
                  <a:lnTo>
                    <a:pt x="2609738" y="2490036"/>
                  </a:lnTo>
                  <a:lnTo>
                    <a:pt x="2635538" y="2443539"/>
                  </a:lnTo>
                  <a:lnTo>
                    <a:pt x="3098740" y="1379986"/>
                  </a:lnTo>
                  <a:lnTo>
                    <a:pt x="3113115" y="1338272"/>
                  </a:lnTo>
                  <a:lnTo>
                    <a:pt x="3120303" y="1293884"/>
                  </a:lnTo>
                  <a:lnTo>
                    <a:pt x="3120303" y="1248605"/>
                  </a:lnTo>
                  <a:lnTo>
                    <a:pt x="3113115" y="1204216"/>
                  </a:lnTo>
                  <a:lnTo>
                    <a:pt x="3098740" y="1162501"/>
                  </a:lnTo>
                  <a:lnTo>
                    <a:pt x="2923466" y="760058"/>
                  </a:lnTo>
                  <a:lnTo>
                    <a:pt x="4690918" y="760058"/>
                  </a:lnTo>
                  <a:lnTo>
                    <a:pt x="4736613" y="763748"/>
                  </a:lnTo>
                  <a:lnTo>
                    <a:pt x="4781448" y="774612"/>
                  </a:lnTo>
                  <a:lnTo>
                    <a:pt x="4824914" y="792337"/>
                  </a:lnTo>
                  <a:lnTo>
                    <a:pt x="4866501" y="816611"/>
                  </a:lnTo>
                  <a:lnTo>
                    <a:pt x="4905701" y="847122"/>
                  </a:lnTo>
                  <a:lnTo>
                    <a:pt x="4942006" y="883559"/>
                  </a:lnTo>
                  <a:lnTo>
                    <a:pt x="4974906" y="925610"/>
                  </a:lnTo>
                  <a:lnTo>
                    <a:pt x="5003894" y="972963"/>
                  </a:lnTo>
                  <a:lnTo>
                    <a:pt x="5028460" y="1025306"/>
                  </a:lnTo>
                  <a:lnTo>
                    <a:pt x="5694647" y="2554932"/>
                  </a:lnTo>
                  <a:close/>
                </a:path>
                <a:path w="6184900" h="6873875">
                  <a:moveTo>
                    <a:pt x="898283" y="5653127"/>
                  </a:moveTo>
                  <a:lnTo>
                    <a:pt x="363184" y="5653127"/>
                  </a:lnTo>
                  <a:lnTo>
                    <a:pt x="337993" y="5648665"/>
                  </a:lnTo>
                  <a:lnTo>
                    <a:pt x="295413" y="5615560"/>
                  </a:lnTo>
                  <a:lnTo>
                    <a:pt x="13002" y="4973001"/>
                  </a:lnTo>
                  <a:lnTo>
                    <a:pt x="0" y="4910055"/>
                  </a:lnTo>
                  <a:lnTo>
                    <a:pt x="3250" y="4877575"/>
                  </a:lnTo>
                  <a:lnTo>
                    <a:pt x="279973" y="4231465"/>
                  </a:lnTo>
                  <a:lnTo>
                    <a:pt x="315078" y="4184256"/>
                  </a:lnTo>
                  <a:lnTo>
                    <a:pt x="363184" y="4166984"/>
                  </a:lnTo>
                  <a:lnTo>
                    <a:pt x="898283" y="4166984"/>
                  </a:lnTo>
                  <a:lnTo>
                    <a:pt x="945813" y="4184256"/>
                  </a:lnTo>
                  <a:lnTo>
                    <a:pt x="980340" y="4231465"/>
                  </a:lnTo>
                  <a:lnTo>
                    <a:pt x="1248466" y="4847109"/>
                  </a:lnTo>
                  <a:lnTo>
                    <a:pt x="1261469" y="4910055"/>
                  </a:lnTo>
                  <a:lnTo>
                    <a:pt x="1258218" y="4942536"/>
                  </a:lnTo>
                  <a:lnTo>
                    <a:pt x="980340" y="5588645"/>
                  </a:lnTo>
                  <a:lnTo>
                    <a:pt x="945813" y="5635855"/>
                  </a:lnTo>
                  <a:lnTo>
                    <a:pt x="898283" y="5653127"/>
                  </a:lnTo>
                  <a:close/>
                </a:path>
              </a:pathLst>
            </a:custGeom>
            <a:solidFill>
              <a:srgbClr val="808080">
                <a:alpha val="14898"/>
              </a:srgbClr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143999" y="2286000"/>
              <a:ext cx="4267200" cy="4572000"/>
            </a:xfrm>
            <a:prstGeom prst="rect">
              <a:avLst/>
            </a:prstGeom>
          </p:spPr>
        </p:pic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7142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5600" spc="-175">
                <a:solidFill>
                  <a:srgbClr val="1F497D"/>
                </a:solidFill>
              </a:rPr>
              <a:t>SMART</a:t>
            </a:r>
            <a:r>
              <a:rPr dirty="0" sz="5600" spc="-685">
                <a:solidFill>
                  <a:srgbClr val="1F497D"/>
                </a:solidFill>
              </a:rPr>
              <a:t> </a:t>
            </a:r>
            <a:r>
              <a:rPr dirty="0" sz="5600" spc="-145">
                <a:solidFill>
                  <a:srgbClr val="1F497D"/>
                </a:solidFill>
              </a:rPr>
              <a:t>INDIA</a:t>
            </a:r>
            <a:r>
              <a:rPr dirty="0" sz="5600" spc="-775">
                <a:solidFill>
                  <a:srgbClr val="1F497D"/>
                </a:solidFill>
              </a:rPr>
              <a:t> </a:t>
            </a:r>
            <a:r>
              <a:rPr dirty="0" sz="5600" spc="-290">
                <a:solidFill>
                  <a:srgbClr val="1F497D"/>
                </a:solidFill>
              </a:rPr>
              <a:t>HACKATHON</a:t>
            </a:r>
            <a:r>
              <a:rPr dirty="0" sz="5600" spc="-350">
                <a:solidFill>
                  <a:srgbClr val="1F497D"/>
                </a:solidFill>
              </a:rPr>
              <a:t> </a:t>
            </a:r>
            <a:r>
              <a:rPr dirty="0" sz="5550" spc="225">
                <a:solidFill>
                  <a:srgbClr val="1F497D"/>
                </a:solidFill>
              </a:rPr>
              <a:t>2026</a:t>
            </a:r>
            <a:endParaRPr sz="5550"/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042900" y="0"/>
            <a:ext cx="2997199" cy="142240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546100" y="1595455"/>
            <a:ext cx="8328025" cy="7255509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TITLE PAGE</a:t>
            </a:r>
          </a:p>
          <a:p>
            <a:pPr>
              <a:defRPr sz="1800">
                <a:solidFill>
                  <a:srgbClr val="FFFFFF"/>
                </a:solidFill>
              </a:defRPr>
            </a:pP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Problem Statement ID - SIH1822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Problem Statement Title- Indian Document Authenticity &amp; Multi-Layer Verification Platform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Theme- Smart Automation / Verification Technology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PS Category- Software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Team ID- SIH-Syntax-Squad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Team Name (Registered on portal)- Syntax Squad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439704" y="336333"/>
            <a:ext cx="1669414" cy="1076960"/>
          </a:xfrm>
          <a:custGeom>
            <a:avLst/>
            <a:gdLst/>
            <a:ahLst/>
            <a:cxnLst/>
            <a:rect l="l" t="t" r="r" b="b"/>
            <a:pathLst>
              <a:path w="1669414" h="1076960">
                <a:moveTo>
                  <a:pt x="834643" y="0"/>
                </a:moveTo>
                <a:lnTo>
                  <a:pt x="777499" y="1241"/>
                </a:lnTo>
                <a:lnTo>
                  <a:pt x="721387" y="4913"/>
                </a:lnTo>
                <a:lnTo>
                  <a:pt x="666434" y="10934"/>
                </a:lnTo>
                <a:lnTo>
                  <a:pt x="612762" y="19225"/>
                </a:lnTo>
                <a:lnTo>
                  <a:pt x="560497" y="29706"/>
                </a:lnTo>
                <a:lnTo>
                  <a:pt x="509762" y="42296"/>
                </a:lnTo>
                <a:lnTo>
                  <a:pt x="460683" y="56915"/>
                </a:lnTo>
                <a:lnTo>
                  <a:pt x="413383" y="73483"/>
                </a:lnTo>
                <a:lnTo>
                  <a:pt x="367986" y="91920"/>
                </a:lnTo>
                <a:lnTo>
                  <a:pt x="324617" y="112146"/>
                </a:lnTo>
                <a:lnTo>
                  <a:pt x="283401" y="134080"/>
                </a:lnTo>
                <a:lnTo>
                  <a:pt x="244461" y="157642"/>
                </a:lnTo>
                <a:lnTo>
                  <a:pt x="207922" y="182753"/>
                </a:lnTo>
                <a:lnTo>
                  <a:pt x="173908" y="209332"/>
                </a:lnTo>
                <a:lnTo>
                  <a:pt x="142544" y="237298"/>
                </a:lnTo>
                <a:lnTo>
                  <a:pt x="113953" y="266573"/>
                </a:lnTo>
                <a:lnTo>
                  <a:pt x="88260" y="297074"/>
                </a:lnTo>
                <a:lnTo>
                  <a:pt x="65590" y="328724"/>
                </a:lnTo>
                <a:lnTo>
                  <a:pt x="29814" y="395144"/>
                </a:lnTo>
                <a:lnTo>
                  <a:pt x="7619" y="465191"/>
                </a:lnTo>
                <a:lnTo>
                  <a:pt x="0" y="538225"/>
                </a:lnTo>
                <a:lnTo>
                  <a:pt x="1925" y="575076"/>
                </a:lnTo>
                <a:lnTo>
                  <a:pt x="16956" y="646697"/>
                </a:lnTo>
                <a:lnTo>
                  <a:pt x="46066" y="715011"/>
                </a:lnTo>
                <a:lnTo>
                  <a:pt x="88260" y="779377"/>
                </a:lnTo>
                <a:lnTo>
                  <a:pt x="113953" y="809878"/>
                </a:lnTo>
                <a:lnTo>
                  <a:pt x="142544" y="839153"/>
                </a:lnTo>
                <a:lnTo>
                  <a:pt x="173908" y="867119"/>
                </a:lnTo>
                <a:lnTo>
                  <a:pt x="207922" y="893698"/>
                </a:lnTo>
                <a:lnTo>
                  <a:pt x="244461" y="918809"/>
                </a:lnTo>
                <a:lnTo>
                  <a:pt x="283401" y="942371"/>
                </a:lnTo>
                <a:lnTo>
                  <a:pt x="324617" y="964305"/>
                </a:lnTo>
                <a:lnTo>
                  <a:pt x="367986" y="984531"/>
                </a:lnTo>
                <a:lnTo>
                  <a:pt x="413383" y="1002968"/>
                </a:lnTo>
                <a:lnTo>
                  <a:pt x="460683" y="1019536"/>
                </a:lnTo>
                <a:lnTo>
                  <a:pt x="509762" y="1034155"/>
                </a:lnTo>
                <a:lnTo>
                  <a:pt x="560497" y="1046745"/>
                </a:lnTo>
                <a:lnTo>
                  <a:pt x="612762" y="1057226"/>
                </a:lnTo>
                <a:lnTo>
                  <a:pt x="666434" y="1065517"/>
                </a:lnTo>
                <a:lnTo>
                  <a:pt x="721387" y="1071538"/>
                </a:lnTo>
                <a:lnTo>
                  <a:pt x="777499" y="1075210"/>
                </a:lnTo>
                <a:lnTo>
                  <a:pt x="834643" y="1076452"/>
                </a:lnTo>
                <a:lnTo>
                  <a:pt x="891780" y="1075210"/>
                </a:lnTo>
                <a:lnTo>
                  <a:pt x="947882" y="1071538"/>
                </a:lnTo>
                <a:lnTo>
                  <a:pt x="1002828" y="1065517"/>
                </a:lnTo>
                <a:lnTo>
                  <a:pt x="1056491" y="1057226"/>
                </a:lnTo>
                <a:lnTo>
                  <a:pt x="1108748" y="1046745"/>
                </a:lnTo>
                <a:lnTo>
                  <a:pt x="1159475" y="1034155"/>
                </a:lnTo>
                <a:lnTo>
                  <a:pt x="1208547" y="1019536"/>
                </a:lnTo>
                <a:lnTo>
                  <a:pt x="1255840" y="1002968"/>
                </a:lnTo>
                <a:lnTo>
                  <a:pt x="1301230" y="984531"/>
                </a:lnTo>
                <a:lnTo>
                  <a:pt x="1344592" y="964305"/>
                </a:lnTo>
                <a:lnTo>
                  <a:pt x="1385802" y="942371"/>
                </a:lnTo>
                <a:lnTo>
                  <a:pt x="1424736" y="918809"/>
                </a:lnTo>
                <a:lnTo>
                  <a:pt x="1461269" y="893698"/>
                </a:lnTo>
                <a:lnTo>
                  <a:pt x="1495278" y="867119"/>
                </a:lnTo>
                <a:lnTo>
                  <a:pt x="1526638" y="839153"/>
                </a:lnTo>
                <a:lnTo>
                  <a:pt x="1555224" y="809878"/>
                </a:lnTo>
                <a:lnTo>
                  <a:pt x="1580913" y="779377"/>
                </a:lnTo>
                <a:lnTo>
                  <a:pt x="1603580" y="747727"/>
                </a:lnTo>
                <a:lnTo>
                  <a:pt x="1639351" y="681307"/>
                </a:lnTo>
                <a:lnTo>
                  <a:pt x="1661542" y="611260"/>
                </a:lnTo>
                <a:lnTo>
                  <a:pt x="1669160" y="538225"/>
                </a:lnTo>
                <a:lnTo>
                  <a:pt x="1667235" y="501375"/>
                </a:lnTo>
                <a:lnTo>
                  <a:pt x="1652206" y="429754"/>
                </a:lnTo>
                <a:lnTo>
                  <a:pt x="1623100" y="361440"/>
                </a:lnTo>
                <a:lnTo>
                  <a:pt x="1580913" y="297074"/>
                </a:lnTo>
                <a:lnTo>
                  <a:pt x="1555224" y="266573"/>
                </a:lnTo>
                <a:lnTo>
                  <a:pt x="1526638" y="237298"/>
                </a:lnTo>
                <a:lnTo>
                  <a:pt x="1495278" y="209332"/>
                </a:lnTo>
                <a:lnTo>
                  <a:pt x="1461269" y="182753"/>
                </a:lnTo>
                <a:lnTo>
                  <a:pt x="1424736" y="157642"/>
                </a:lnTo>
                <a:lnTo>
                  <a:pt x="1385802" y="134080"/>
                </a:lnTo>
                <a:lnTo>
                  <a:pt x="1344592" y="112146"/>
                </a:lnTo>
                <a:lnTo>
                  <a:pt x="1301230" y="91920"/>
                </a:lnTo>
                <a:lnTo>
                  <a:pt x="1255840" y="73483"/>
                </a:lnTo>
                <a:lnTo>
                  <a:pt x="1208547" y="56915"/>
                </a:lnTo>
                <a:lnTo>
                  <a:pt x="1159475" y="42296"/>
                </a:lnTo>
                <a:lnTo>
                  <a:pt x="1108748" y="29706"/>
                </a:lnTo>
                <a:lnTo>
                  <a:pt x="1056491" y="19225"/>
                </a:lnTo>
                <a:lnTo>
                  <a:pt x="1002828" y="10934"/>
                </a:lnTo>
                <a:lnTo>
                  <a:pt x="947882" y="4913"/>
                </a:lnTo>
                <a:lnTo>
                  <a:pt x="891780" y="1241"/>
                </a:lnTo>
                <a:lnTo>
                  <a:pt x="834643" y="0"/>
                </a:lnTo>
                <a:close/>
              </a:path>
            </a:pathLst>
          </a:custGeom>
          <a:ln w="33866">
            <a:solidFill>
              <a:srgbClr val="8064A2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863600" y="250545"/>
            <a:ext cx="818515" cy="1122045"/>
          </a:xfrm>
          <a:prstGeom prst="rect">
            <a:avLst/>
          </a:prstGeom>
        </p:spPr>
        <p:txBody>
          <a:bodyPr wrap="square" lIns="0" tIns="48895" rIns="0" bIns="0" rtlCol="0" vert="horz">
            <a:spAutoFit/>
          </a:bodyPr>
          <a:lstStyle/>
          <a:p>
            <a:pPr>
              <a:defRPr sz="1400"/>
            </a:pPr>
            <a:r>
              <a:t>Syntax Squad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956300" y="652150"/>
            <a:ext cx="3198495" cy="797560"/>
          </a:xfrm>
          <a:prstGeom prst="rect"/>
        </p:spPr>
        <p:txBody>
          <a:bodyPr wrap="square" lIns="0" tIns="14605" rIns="0" bIns="0" rtlCol="0" vert="horz">
            <a:spAutoFit/>
          </a:bodyPr>
          <a:lstStyle/>
          <a:p>
            <a:pPr>
              <a:defRPr sz="2200" b="1"/>
            </a:pPr>
            <a:r>
              <a:t>PROPOSED SOLUTION - MULTI-LAYER VERIFICATION PLATFORM</a:t>
            </a: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042900" y="0"/>
            <a:ext cx="2997199" cy="14224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>
              <a:defRPr sz="1400">
                <a:solidFill>
                  <a:srgbClr val="E6EBF5"/>
                </a:solidFill>
              </a:defRPr>
            </a:pPr>
            <a:r>
              <a:t>• Multi-Stage Verification Pipeline: Combines Tesseract.js OCR, Verhoeff Checksum Algorithm, ICAO Doc 9303 MRZ Parser, jsQR Matrix Decoding, &amp; Error Level Analysis (ELA) Tamper Detection.</a:t>
            </a:r>
          </a:p>
          <a:p>
            <a:pPr>
              <a:defRPr sz="1400">
                <a:solidFill>
                  <a:srgbClr val="E6EBF5"/>
                </a:solidFill>
              </a:defRPr>
            </a:pP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• 7-Document Verification Suite: Full end-to-end verification for PAN Card, Driving Licence, Aadhaar Card, Voter ID (EPIC), Indian Passport, Vehicle RC, and GSTIN Certificates.</a:t>
            </a:r>
          </a:p>
          <a:p>
            <a:pPr>
              <a:defRPr sz="1400">
                <a:solidFill>
                  <a:srgbClr val="E6EBF5"/>
                </a:solidFill>
              </a:defRPr>
            </a:pP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• Hands-Free Live Camera Auto-Scanner: Real-time Laplacian edge-clarity detection that automatically captures crisp, in-focus frames when held in front of a camera.</a:t>
            </a:r>
          </a:p>
          <a:p>
            <a:pPr>
              <a:defRPr sz="1400">
                <a:solidFill>
                  <a:srgbClr val="E6EBF5"/>
                </a:solidFill>
              </a:defRPr>
            </a:pP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• Authoritative Registry Cross-Referencing: Simulates &amp; integrates lookups against Income Tax NSDL, Parivahan Sewa, Sarathi, UIDAI/DigiLocker, ECI Electoral Rolls, Passport Seva, and GST Portals.</a:t>
            </a:r>
          </a:p>
          <a:p>
            <a:pPr>
              <a:defRPr sz="1400">
                <a:solidFill>
                  <a:srgbClr val="E6EBF5"/>
                </a:solidFill>
              </a:defRPr>
            </a:pP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• Weighted Risk Engine &amp; Audit Persistence: Calculates 0-100 risk score (VERIFIED, UNVERIFIED, SUSPICIOUS) and saves audit records to MongoDB with local fallback store.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1755"/>
              </a:lnSpc>
            </a:pPr>
            <a:r>
              <a:rPr dirty="0" sz="1800" spc="-180">
                <a:latin typeface="Gadugi"/>
                <a:cs typeface="Gadugi"/>
              </a:rPr>
              <a:t>@</a:t>
            </a:r>
            <a:r>
              <a:rPr dirty="0" spc="-180"/>
              <a:t>SIH</a:t>
            </a:r>
            <a:r>
              <a:rPr dirty="0" spc="-140"/>
              <a:t> </a:t>
            </a:r>
            <a:r>
              <a:rPr dirty="0" spc="-75"/>
              <a:t>Idea</a:t>
            </a:r>
            <a:r>
              <a:rPr dirty="0" spc="-70"/>
              <a:t> </a:t>
            </a:r>
            <a:r>
              <a:rPr dirty="0" spc="-50"/>
              <a:t>submission</a:t>
            </a:r>
            <a:r>
              <a:rPr dirty="0" sz="1550" spc="-50">
                <a:latin typeface="Tahoma"/>
                <a:cs typeface="Tahoma"/>
              </a:rPr>
              <a:t>-</a:t>
            </a:r>
            <a:r>
              <a:rPr dirty="0" sz="1550" spc="-30">
                <a:latin typeface="Tahoma"/>
                <a:cs typeface="Tahoma"/>
              </a:rPr>
              <a:t> </a:t>
            </a:r>
            <a:r>
              <a:rPr dirty="0" spc="-20"/>
              <a:t>Template</a:t>
            </a:r>
            <a:endParaRPr sz="1550">
              <a:latin typeface="Tahoma"/>
              <a:cs typeface="Tahoma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dirty="0" spc="120"/>
              <a:t>4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41605" rIns="0" bIns="0" rtlCol="0" vert="horz">
            <a:spAutoFit/>
          </a:bodyPr>
          <a:lstStyle/>
          <a:p>
            <a:pPr>
              <a:defRPr sz="2200" b="1"/>
            </a:pPr>
            <a:r>
              <a:t>TECHNICAL APPROACH &amp; SYSTEM ARCHITECTURE</a:t>
            </a:r>
          </a:p>
        </p:txBody>
      </p:sp>
      <p:sp>
        <p:nvSpPr>
          <p:cNvPr id="4" name="object 4"/>
          <p:cNvSpPr/>
          <p:nvPr/>
        </p:nvSpPr>
        <p:spPr>
          <a:xfrm>
            <a:off x="439704" y="336333"/>
            <a:ext cx="1669414" cy="1076960"/>
          </a:xfrm>
          <a:custGeom>
            <a:avLst/>
            <a:gdLst/>
            <a:ahLst/>
            <a:cxnLst/>
            <a:rect l="l" t="t" r="r" b="b"/>
            <a:pathLst>
              <a:path w="1669414" h="1076960">
                <a:moveTo>
                  <a:pt x="834643" y="0"/>
                </a:moveTo>
                <a:lnTo>
                  <a:pt x="777499" y="1241"/>
                </a:lnTo>
                <a:lnTo>
                  <a:pt x="721387" y="4913"/>
                </a:lnTo>
                <a:lnTo>
                  <a:pt x="666434" y="10934"/>
                </a:lnTo>
                <a:lnTo>
                  <a:pt x="612762" y="19225"/>
                </a:lnTo>
                <a:lnTo>
                  <a:pt x="560497" y="29706"/>
                </a:lnTo>
                <a:lnTo>
                  <a:pt x="509762" y="42296"/>
                </a:lnTo>
                <a:lnTo>
                  <a:pt x="460683" y="56915"/>
                </a:lnTo>
                <a:lnTo>
                  <a:pt x="413383" y="73483"/>
                </a:lnTo>
                <a:lnTo>
                  <a:pt x="367986" y="91920"/>
                </a:lnTo>
                <a:lnTo>
                  <a:pt x="324617" y="112146"/>
                </a:lnTo>
                <a:lnTo>
                  <a:pt x="283401" y="134080"/>
                </a:lnTo>
                <a:lnTo>
                  <a:pt x="244461" y="157642"/>
                </a:lnTo>
                <a:lnTo>
                  <a:pt x="207922" y="182753"/>
                </a:lnTo>
                <a:lnTo>
                  <a:pt x="173908" y="209332"/>
                </a:lnTo>
                <a:lnTo>
                  <a:pt x="142544" y="237298"/>
                </a:lnTo>
                <a:lnTo>
                  <a:pt x="113953" y="266573"/>
                </a:lnTo>
                <a:lnTo>
                  <a:pt x="88260" y="297074"/>
                </a:lnTo>
                <a:lnTo>
                  <a:pt x="65590" y="328724"/>
                </a:lnTo>
                <a:lnTo>
                  <a:pt x="29814" y="395144"/>
                </a:lnTo>
                <a:lnTo>
                  <a:pt x="7619" y="465191"/>
                </a:lnTo>
                <a:lnTo>
                  <a:pt x="0" y="538225"/>
                </a:lnTo>
                <a:lnTo>
                  <a:pt x="1925" y="575076"/>
                </a:lnTo>
                <a:lnTo>
                  <a:pt x="16956" y="646697"/>
                </a:lnTo>
                <a:lnTo>
                  <a:pt x="46066" y="715011"/>
                </a:lnTo>
                <a:lnTo>
                  <a:pt x="88260" y="779377"/>
                </a:lnTo>
                <a:lnTo>
                  <a:pt x="113953" y="809878"/>
                </a:lnTo>
                <a:lnTo>
                  <a:pt x="142544" y="839153"/>
                </a:lnTo>
                <a:lnTo>
                  <a:pt x="173908" y="867119"/>
                </a:lnTo>
                <a:lnTo>
                  <a:pt x="207922" y="893698"/>
                </a:lnTo>
                <a:lnTo>
                  <a:pt x="244461" y="918809"/>
                </a:lnTo>
                <a:lnTo>
                  <a:pt x="283401" y="942371"/>
                </a:lnTo>
                <a:lnTo>
                  <a:pt x="324617" y="964305"/>
                </a:lnTo>
                <a:lnTo>
                  <a:pt x="367986" y="984531"/>
                </a:lnTo>
                <a:lnTo>
                  <a:pt x="413383" y="1002968"/>
                </a:lnTo>
                <a:lnTo>
                  <a:pt x="460683" y="1019536"/>
                </a:lnTo>
                <a:lnTo>
                  <a:pt x="509762" y="1034155"/>
                </a:lnTo>
                <a:lnTo>
                  <a:pt x="560497" y="1046745"/>
                </a:lnTo>
                <a:lnTo>
                  <a:pt x="612762" y="1057226"/>
                </a:lnTo>
                <a:lnTo>
                  <a:pt x="666434" y="1065517"/>
                </a:lnTo>
                <a:lnTo>
                  <a:pt x="721387" y="1071538"/>
                </a:lnTo>
                <a:lnTo>
                  <a:pt x="777499" y="1075210"/>
                </a:lnTo>
                <a:lnTo>
                  <a:pt x="834643" y="1076452"/>
                </a:lnTo>
                <a:lnTo>
                  <a:pt x="891780" y="1075210"/>
                </a:lnTo>
                <a:lnTo>
                  <a:pt x="947882" y="1071538"/>
                </a:lnTo>
                <a:lnTo>
                  <a:pt x="1002828" y="1065517"/>
                </a:lnTo>
                <a:lnTo>
                  <a:pt x="1056491" y="1057226"/>
                </a:lnTo>
                <a:lnTo>
                  <a:pt x="1108748" y="1046745"/>
                </a:lnTo>
                <a:lnTo>
                  <a:pt x="1159475" y="1034155"/>
                </a:lnTo>
                <a:lnTo>
                  <a:pt x="1208547" y="1019536"/>
                </a:lnTo>
                <a:lnTo>
                  <a:pt x="1255840" y="1002968"/>
                </a:lnTo>
                <a:lnTo>
                  <a:pt x="1301230" y="984531"/>
                </a:lnTo>
                <a:lnTo>
                  <a:pt x="1344592" y="964305"/>
                </a:lnTo>
                <a:lnTo>
                  <a:pt x="1385802" y="942371"/>
                </a:lnTo>
                <a:lnTo>
                  <a:pt x="1424736" y="918809"/>
                </a:lnTo>
                <a:lnTo>
                  <a:pt x="1461269" y="893698"/>
                </a:lnTo>
                <a:lnTo>
                  <a:pt x="1495278" y="867119"/>
                </a:lnTo>
                <a:lnTo>
                  <a:pt x="1526638" y="839153"/>
                </a:lnTo>
                <a:lnTo>
                  <a:pt x="1555224" y="809878"/>
                </a:lnTo>
                <a:lnTo>
                  <a:pt x="1580913" y="779377"/>
                </a:lnTo>
                <a:lnTo>
                  <a:pt x="1603580" y="747727"/>
                </a:lnTo>
                <a:lnTo>
                  <a:pt x="1639351" y="681307"/>
                </a:lnTo>
                <a:lnTo>
                  <a:pt x="1661542" y="611260"/>
                </a:lnTo>
                <a:lnTo>
                  <a:pt x="1669160" y="538225"/>
                </a:lnTo>
                <a:lnTo>
                  <a:pt x="1667235" y="501375"/>
                </a:lnTo>
                <a:lnTo>
                  <a:pt x="1652206" y="429754"/>
                </a:lnTo>
                <a:lnTo>
                  <a:pt x="1623100" y="361440"/>
                </a:lnTo>
                <a:lnTo>
                  <a:pt x="1580913" y="297074"/>
                </a:lnTo>
                <a:lnTo>
                  <a:pt x="1555224" y="266573"/>
                </a:lnTo>
                <a:lnTo>
                  <a:pt x="1526638" y="237298"/>
                </a:lnTo>
                <a:lnTo>
                  <a:pt x="1495278" y="209332"/>
                </a:lnTo>
                <a:lnTo>
                  <a:pt x="1461269" y="182753"/>
                </a:lnTo>
                <a:lnTo>
                  <a:pt x="1424736" y="157642"/>
                </a:lnTo>
                <a:lnTo>
                  <a:pt x="1385802" y="134080"/>
                </a:lnTo>
                <a:lnTo>
                  <a:pt x="1344592" y="112146"/>
                </a:lnTo>
                <a:lnTo>
                  <a:pt x="1301230" y="91920"/>
                </a:lnTo>
                <a:lnTo>
                  <a:pt x="1255840" y="73483"/>
                </a:lnTo>
                <a:lnTo>
                  <a:pt x="1208547" y="56915"/>
                </a:lnTo>
                <a:lnTo>
                  <a:pt x="1159475" y="42296"/>
                </a:lnTo>
                <a:lnTo>
                  <a:pt x="1108748" y="29706"/>
                </a:lnTo>
                <a:lnTo>
                  <a:pt x="1056491" y="19225"/>
                </a:lnTo>
                <a:lnTo>
                  <a:pt x="1002828" y="10934"/>
                </a:lnTo>
                <a:lnTo>
                  <a:pt x="947882" y="4913"/>
                </a:lnTo>
                <a:lnTo>
                  <a:pt x="891780" y="1241"/>
                </a:lnTo>
                <a:lnTo>
                  <a:pt x="834643" y="0"/>
                </a:lnTo>
                <a:close/>
              </a:path>
            </a:pathLst>
          </a:custGeom>
          <a:ln w="33866">
            <a:solidFill>
              <a:srgbClr val="8064A2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863600" y="250545"/>
            <a:ext cx="818515" cy="1122045"/>
          </a:xfrm>
          <a:prstGeom prst="rect">
            <a:avLst/>
          </a:prstGeom>
        </p:spPr>
        <p:txBody>
          <a:bodyPr wrap="square" lIns="0" tIns="48895" rIns="0" bIns="0" rtlCol="0" vert="horz">
            <a:spAutoFit/>
          </a:bodyPr>
          <a:lstStyle/>
          <a:p>
            <a:pPr>
              <a:defRPr sz="1400"/>
            </a:pPr>
            <a:r>
              <a:t>Syntax Squad</a:t>
            </a: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042900" y="0"/>
            <a:ext cx="2997199" cy="14224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914400" y="3353295"/>
            <a:ext cx="12320905" cy="2334260"/>
          </a:xfrm>
          <a:prstGeom prst="rect">
            <a:avLst/>
          </a:prstGeom>
        </p:spPr>
        <p:txBody>
          <a:bodyPr wrap="square" lIns="0" tIns="50165" rIns="0" bIns="0" rtlCol="0" vert="horz">
            <a:spAutoFit/>
          </a:bodyPr>
          <a:lstStyle/>
          <a:p>
            <a:pPr>
              <a:defRPr sz="1400">
                <a:solidFill>
                  <a:srgbClr val="E6EBF5"/>
                </a:solidFill>
              </a:defRPr>
            </a:pPr>
            <a:r>
              <a:t>• Core Tech Stack: React.js (Vite), Glassmorphism CSS, Node.js, Express.js REST API, Multer File Handler, MongoDB (Mongoose).</a:t>
            </a:r>
          </a:p>
          <a:p>
            <a:pPr>
              <a:defRPr sz="1400">
                <a:solidFill>
                  <a:srgbClr val="E6EBF5"/>
                </a:solidFill>
              </a:defRPr>
            </a:pP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• Algorithmic Verification Engines:</a:t>
            </a: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  - Aadhaar: 12-Digit Verhoeff Checksum Algorithm &amp; 8-Digit Masking Compliance Check.</a:t>
            </a: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  - Passport: ICAO Doc 9303 2-Line MRZ Checksum Parser.</a:t>
            </a: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  - GSTIN: 15-Char Statutory Structure &amp; Embedded PAN Validation.</a:t>
            </a: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  - PAN &amp; DL: 10-Char Regex, 4th Char Entity Classification (Individual/Company), &amp; 36 State Code Checks.</a:t>
            </a:r>
          </a:p>
          <a:p>
            <a:pPr>
              <a:defRPr sz="1400">
                <a:solidFill>
                  <a:srgbClr val="E6EBF5"/>
                </a:solidFill>
              </a:defRPr>
            </a:pP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• Robust OCR Extraction: Sliding Window Positional Normalization Algorithm that strips spaces/symbols line-by-line to correct Tesseract character misreads (0/O, 1/I, 5/S, 8/B).</a:t>
            </a:r>
          </a:p>
          <a:p>
            <a:pPr>
              <a:defRPr sz="1400">
                <a:solidFill>
                  <a:srgbClr val="E6EBF5"/>
                </a:solidFill>
              </a:defRPr>
            </a:pP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• End-to-End Pipeline Flow:</a:t>
            </a: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  Upload / Camera -&gt; Ingest -&gt; OCR &amp; Field Extraction -&gt; Format &amp; Checksum Rules -&gt; QR Scan &amp; ELA Tamper Audit -&gt; Authoritative Issuer Cross-Check -&gt; Weighted Risk Engine -&gt; MongoDB Audit Log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1755"/>
              </a:lnSpc>
            </a:pPr>
            <a:r>
              <a:rPr dirty="0" sz="1800" spc="-180">
                <a:latin typeface="Gadugi"/>
                <a:cs typeface="Gadugi"/>
              </a:rPr>
              <a:t>@</a:t>
            </a:r>
            <a:r>
              <a:rPr dirty="0" spc="-180"/>
              <a:t>SIH</a:t>
            </a:r>
            <a:r>
              <a:rPr dirty="0" spc="-140"/>
              <a:t> </a:t>
            </a:r>
            <a:r>
              <a:rPr dirty="0" spc="-75"/>
              <a:t>Idea</a:t>
            </a:r>
            <a:r>
              <a:rPr dirty="0" spc="-70"/>
              <a:t> </a:t>
            </a:r>
            <a:r>
              <a:rPr dirty="0" spc="-50"/>
              <a:t>submission</a:t>
            </a:r>
            <a:r>
              <a:rPr dirty="0" sz="1550" spc="-50">
                <a:latin typeface="Tahoma"/>
                <a:cs typeface="Tahoma"/>
              </a:rPr>
              <a:t>-</a:t>
            </a:r>
            <a:r>
              <a:rPr dirty="0" sz="1550" spc="-30">
                <a:latin typeface="Tahoma"/>
                <a:cs typeface="Tahoma"/>
              </a:rPr>
              <a:t> </a:t>
            </a:r>
            <a:r>
              <a:rPr dirty="0" spc="-20"/>
              <a:t>Template</a:t>
            </a:r>
            <a:endParaRPr sz="1550">
              <a:latin typeface="Tahoma"/>
              <a:cs typeface="Tahoma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dirty="0" spc="120"/>
              <a:t>4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41605" rIns="0" bIns="0" rtlCol="0" vert="horz">
            <a:spAutoFit/>
          </a:bodyPr>
          <a:lstStyle/>
          <a:p>
            <a:pPr>
              <a:defRPr sz="2200" b="1"/>
            </a:pPr>
            <a:r>
              <a:t>FEASIBILITY, CHALLENGES &amp; RISK MITIGATION</a:t>
            </a:r>
          </a:p>
        </p:txBody>
      </p:sp>
      <p:sp>
        <p:nvSpPr>
          <p:cNvPr id="4" name="object 4"/>
          <p:cNvSpPr/>
          <p:nvPr/>
        </p:nvSpPr>
        <p:spPr>
          <a:xfrm>
            <a:off x="439704" y="336333"/>
            <a:ext cx="1669414" cy="1076960"/>
          </a:xfrm>
          <a:custGeom>
            <a:avLst/>
            <a:gdLst/>
            <a:ahLst/>
            <a:cxnLst/>
            <a:rect l="l" t="t" r="r" b="b"/>
            <a:pathLst>
              <a:path w="1669414" h="1076960">
                <a:moveTo>
                  <a:pt x="834643" y="0"/>
                </a:moveTo>
                <a:lnTo>
                  <a:pt x="777499" y="1241"/>
                </a:lnTo>
                <a:lnTo>
                  <a:pt x="721387" y="4913"/>
                </a:lnTo>
                <a:lnTo>
                  <a:pt x="666434" y="10934"/>
                </a:lnTo>
                <a:lnTo>
                  <a:pt x="612762" y="19225"/>
                </a:lnTo>
                <a:lnTo>
                  <a:pt x="560497" y="29706"/>
                </a:lnTo>
                <a:lnTo>
                  <a:pt x="509762" y="42296"/>
                </a:lnTo>
                <a:lnTo>
                  <a:pt x="460683" y="56915"/>
                </a:lnTo>
                <a:lnTo>
                  <a:pt x="413383" y="73483"/>
                </a:lnTo>
                <a:lnTo>
                  <a:pt x="367986" y="91920"/>
                </a:lnTo>
                <a:lnTo>
                  <a:pt x="324617" y="112146"/>
                </a:lnTo>
                <a:lnTo>
                  <a:pt x="283401" y="134080"/>
                </a:lnTo>
                <a:lnTo>
                  <a:pt x="244461" y="157642"/>
                </a:lnTo>
                <a:lnTo>
                  <a:pt x="207922" y="182753"/>
                </a:lnTo>
                <a:lnTo>
                  <a:pt x="173908" y="209332"/>
                </a:lnTo>
                <a:lnTo>
                  <a:pt x="142544" y="237298"/>
                </a:lnTo>
                <a:lnTo>
                  <a:pt x="113953" y="266573"/>
                </a:lnTo>
                <a:lnTo>
                  <a:pt x="88260" y="297074"/>
                </a:lnTo>
                <a:lnTo>
                  <a:pt x="65590" y="328724"/>
                </a:lnTo>
                <a:lnTo>
                  <a:pt x="29814" y="395144"/>
                </a:lnTo>
                <a:lnTo>
                  <a:pt x="7619" y="465191"/>
                </a:lnTo>
                <a:lnTo>
                  <a:pt x="0" y="538225"/>
                </a:lnTo>
                <a:lnTo>
                  <a:pt x="1925" y="575076"/>
                </a:lnTo>
                <a:lnTo>
                  <a:pt x="16956" y="646697"/>
                </a:lnTo>
                <a:lnTo>
                  <a:pt x="46066" y="715011"/>
                </a:lnTo>
                <a:lnTo>
                  <a:pt x="88260" y="779377"/>
                </a:lnTo>
                <a:lnTo>
                  <a:pt x="113953" y="809878"/>
                </a:lnTo>
                <a:lnTo>
                  <a:pt x="142544" y="839153"/>
                </a:lnTo>
                <a:lnTo>
                  <a:pt x="173908" y="867119"/>
                </a:lnTo>
                <a:lnTo>
                  <a:pt x="207922" y="893698"/>
                </a:lnTo>
                <a:lnTo>
                  <a:pt x="244461" y="918809"/>
                </a:lnTo>
                <a:lnTo>
                  <a:pt x="283401" y="942371"/>
                </a:lnTo>
                <a:lnTo>
                  <a:pt x="324617" y="964305"/>
                </a:lnTo>
                <a:lnTo>
                  <a:pt x="367986" y="984531"/>
                </a:lnTo>
                <a:lnTo>
                  <a:pt x="413383" y="1002968"/>
                </a:lnTo>
                <a:lnTo>
                  <a:pt x="460683" y="1019536"/>
                </a:lnTo>
                <a:lnTo>
                  <a:pt x="509762" y="1034155"/>
                </a:lnTo>
                <a:lnTo>
                  <a:pt x="560497" y="1046745"/>
                </a:lnTo>
                <a:lnTo>
                  <a:pt x="612762" y="1057226"/>
                </a:lnTo>
                <a:lnTo>
                  <a:pt x="666434" y="1065517"/>
                </a:lnTo>
                <a:lnTo>
                  <a:pt x="721387" y="1071538"/>
                </a:lnTo>
                <a:lnTo>
                  <a:pt x="777499" y="1075210"/>
                </a:lnTo>
                <a:lnTo>
                  <a:pt x="834643" y="1076452"/>
                </a:lnTo>
                <a:lnTo>
                  <a:pt x="891780" y="1075210"/>
                </a:lnTo>
                <a:lnTo>
                  <a:pt x="947882" y="1071538"/>
                </a:lnTo>
                <a:lnTo>
                  <a:pt x="1002828" y="1065517"/>
                </a:lnTo>
                <a:lnTo>
                  <a:pt x="1056491" y="1057226"/>
                </a:lnTo>
                <a:lnTo>
                  <a:pt x="1108748" y="1046745"/>
                </a:lnTo>
                <a:lnTo>
                  <a:pt x="1159475" y="1034155"/>
                </a:lnTo>
                <a:lnTo>
                  <a:pt x="1208547" y="1019536"/>
                </a:lnTo>
                <a:lnTo>
                  <a:pt x="1255840" y="1002968"/>
                </a:lnTo>
                <a:lnTo>
                  <a:pt x="1301230" y="984531"/>
                </a:lnTo>
                <a:lnTo>
                  <a:pt x="1344592" y="964305"/>
                </a:lnTo>
                <a:lnTo>
                  <a:pt x="1385802" y="942371"/>
                </a:lnTo>
                <a:lnTo>
                  <a:pt x="1424736" y="918809"/>
                </a:lnTo>
                <a:lnTo>
                  <a:pt x="1461269" y="893698"/>
                </a:lnTo>
                <a:lnTo>
                  <a:pt x="1495278" y="867119"/>
                </a:lnTo>
                <a:lnTo>
                  <a:pt x="1526638" y="839153"/>
                </a:lnTo>
                <a:lnTo>
                  <a:pt x="1555224" y="809878"/>
                </a:lnTo>
                <a:lnTo>
                  <a:pt x="1580913" y="779377"/>
                </a:lnTo>
                <a:lnTo>
                  <a:pt x="1603580" y="747727"/>
                </a:lnTo>
                <a:lnTo>
                  <a:pt x="1639351" y="681307"/>
                </a:lnTo>
                <a:lnTo>
                  <a:pt x="1661542" y="611260"/>
                </a:lnTo>
                <a:lnTo>
                  <a:pt x="1669160" y="538225"/>
                </a:lnTo>
                <a:lnTo>
                  <a:pt x="1667235" y="501375"/>
                </a:lnTo>
                <a:lnTo>
                  <a:pt x="1652206" y="429754"/>
                </a:lnTo>
                <a:lnTo>
                  <a:pt x="1623100" y="361440"/>
                </a:lnTo>
                <a:lnTo>
                  <a:pt x="1580913" y="297074"/>
                </a:lnTo>
                <a:lnTo>
                  <a:pt x="1555224" y="266573"/>
                </a:lnTo>
                <a:lnTo>
                  <a:pt x="1526638" y="237298"/>
                </a:lnTo>
                <a:lnTo>
                  <a:pt x="1495278" y="209332"/>
                </a:lnTo>
                <a:lnTo>
                  <a:pt x="1461269" y="182753"/>
                </a:lnTo>
                <a:lnTo>
                  <a:pt x="1424736" y="157642"/>
                </a:lnTo>
                <a:lnTo>
                  <a:pt x="1385802" y="134080"/>
                </a:lnTo>
                <a:lnTo>
                  <a:pt x="1344592" y="112146"/>
                </a:lnTo>
                <a:lnTo>
                  <a:pt x="1301230" y="91920"/>
                </a:lnTo>
                <a:lnTo>
                  <a:pt x="1255840" y="73483"/>
                </a:lnTo>
                <a:lnTo>
                  <a:pt x="1208547" y="56915"/>
                </a:lnTo>
                <a:lnTo>
                  <a:pt x="1159475" y="42296"/>
                </a:lnTo>
                <a:lnTo>
                  <a:pt x="1108748" y="29706"/>
                </a:lnTo>
                <a:lnTo>
                  <a:pt x="1056491" y="19225"/>
                </a:lnTo>
                <a:lnTo>
                  <a:pt x="1002828" y="10934"/>
                </a:lnTo>
                <a:lnTo>
                  <a:pt x="947882" y="4913"/>
                </a:lnTo>
                <a:lnTo>
                  <a:pt x="891780" y="1241"/>
                </a:lnTo>
                <a:lnTo>
                  <a:pt x="834643" y="0"/>
                </a:lnTo>
                <a:close/>
              </a:path>
            </a:pathLst>
          </a:custGeom>
          <a:ln w="33866">
            <a:solidFill>
              <a:srgbClr val="8064A2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863600" y="250545"/>
            <a:ext cx="818515" cy="1122045"/>
          </a:xfrm>
          <a:prstGeom prst="rect">
            <a:avLst/>
          </a:prstGeom>
        </p:spPr>
        <p:txBody>
          <a:bodyPr wrap="square" lIns="0" tIns="48895" rIns="0" bIns="0" rtlCol="0" vert="horz">
            <a:spAutoFit/>
          </a:bodyPr>
          <a:lstStyle/>
          <a:p>
            <a:pPr>
              <a:defRPr sz="1400"/>
            </a:pPr>
            <a:r>
              <a:t>Syntax Squad</a:t>
            </a: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042900" y="0"/>
            <a:ext cx="2997199" cy="14224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914400" y="3353295"/>
            <a:ext cx="9389110" cy="17627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>
              <a:defRPr sz="1400">
                <a:solidFill>
                  <a:srgbClr val="E6EBF5"/>
                </a:solidFill>
              </a:defRPr>
            </a:pPr>
            <a:r>
              <a:t>• System Feasibility:</a:t>
            </a: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  - Modular microservice architecture executing multi-check verification in sub-3 seconds.</a:t>
            </a: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  - Lightweight deployment requirements using Node.js &amp; React, deployable on cloud platforms (Vercel, Render, Railway, Docker).</a:t>
            </a:r>
          </a:p>
          <a:p>
            <a:pPr>
              <a:defRPr sz="1400">
                <a:solidFill>
                  <a:srgbClr val="E6EBF5"/>
                </a:solidFill>
              </a:defRPr>
            </a:pP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• Potential Challenges &amp; Strategies:</a:t>
            </a: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  - Challenge 1: Blurry/Glared Camera Photos -&gt; Solved via Live Laplacian Edge-Clarity Auto-Capture &amp; Sliding Window Positional OCR Normalization.</a:t>
            </a: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  - Challenge 2: Unreadable QR Codes on Physical ID Cards -&gt; Solved via Weighted Risk Engine that minimizes QR penalty when format &amp; registry lookups pass.</a:t>
            </a: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  - Challenge 3: PII Data Privacy &amp; Storage -&gt; Solved via Privacy-by-Design — zero raw photo persistence in MongoDB, processing files in temporary memory.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1755"/>
              </a:lnSpc>
            </a:pPr>
            <a:r>
              <a:rPr dirty="0" sz="1800" spc="-180">
                <a:latin typeface="Gadugi"/>
                <a:cs typeface="Gadugi"/>
              </a:rPr>
              <a:t>@</a:t>
            </a:r>
            <a:r>
              <a:rPr dirty="0" spc="-180"/>
              <a:t>SIH</a:t>
            </a:r>
            <a:r>
              <a:rPr dirty="0" spc="-140"/>
              <a:t> </a:t>
            </a:r>
            <a:r>
              <a:rPr dirty="0" spc="-75"/>
              <a:t>Idea</a:t>
            </a:r>
            <a:r>
              <a:rPr dirty="0" spc="-70"/>
              <a:t> </a:t>
            </a:r>
            <a:r>
              <a:rPr dirty="0" spc="-50"/>
              <a:t>submission</a:t>
            </a:r>
            <a:r>
              <a:rPr dirty="0" sz="1550" spc="-50">
                <a:latin typeface="Tahoma"/>
                <a:cs typeface="Tahoma"/>
              </a:rPr>
              <a:t>-</a:t>
            </a:r>
            <a:r>
              <a:rPr dirty="0" sz="1550" spc="-30">
                <a:latin typeface="Tahoma"/>
                <a:cs typeface="Tahoma"/>
              </a:rPr>
              <a:t> </a:t>
            </a:r>
            <a:r>
              <a:rPr dirty="0" spc="-20"/>
              <a:t>Template</a:t>
            </a:r>
            <a:endParaRPr sz="1550">
              <a:latin typeface="Tahoma"/>
              <a:cs typeface="Tahoma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dirty="0" spc="120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41605" rIns="0" bIns="0" rtlCol="0" vert="horz">
            <a:spAutoFit/>
          </a:bodyPr>
          <a:lstStyle/>
          <a:p>
            <a:pPr>
              <a:defRPr sz="2200" b="1"/>
            </a:pPr>
            <a:r>
              <a:t>IMPACT &amp; SOCIAL / ECONOMIC BENEFITS</a:t>
            </a:r>
          </a:p>
        </p:txBody>
      </p:sp>
      <p:sp>
        <p:nvSpPr>
          <p:cNvPr id="4" name="object 4"/>
          <p:cNvSpPr/>
          <p:nvPr/>
        </p:nvSpPr>
        <p:spPr>
          <a:xfrm>
            <a:off x="439704" y="336333"/>
            <a:ext cx="1669414" cy="1076960"/>
          </a:xfrm>
          <a:custGeom>
            <a:avLst/>
            <a:gdLst/>
            <a:ahLst/>
            <a:cxnLst/>
            <a:rect l="l" t="t" r="r" b="b"/>
            <a:pathLst>
              <a:path w="1669414" h="1076960">
                <a:moveTo>
                  <a:pt x="834643" y="0"/>
                </a:moveTo>
                <a:lnTo>
                  <a:pt x="777499" y="1241"/>
                </a:lnTo>
                <a:lnTo>
                  <a:pt x="721387" y="4913"/>
                </a:lnTo>
                <a:lnTo>
                  <a:pt x="666434" y="10934"/>
                </a:lnTo>
                <a:lnTo>
                  <a:pt x="612762" y="19225"/>
                </a:lnTo>
                <a:lnTo>
                  <a:pt x="560497" y="29706"/>
                </a:lnTo>
                <a:lnTo>
                  <a:pt x="509762" y="42296"/>
                </a:lnTo>
                <a:lnTo>
                  <a:pt x="460683" y="56915"/>
                </a:lnTo>
                <a:lnTo>
                  <a:pt x="413383" y="73483"/>
                </a:lnTo>
                <a:lnTo>
                  <a:pt x="367986" y="91920"/>
                </a:lnTo>
                <a:lnTo>
                  <a:pt x="324617" y="112146"/>
                </a:lnTo>
                <a:lnTo>
                  <a:pt x="283401" y="134080"/>
                </a:lnTo>
                <a:lnTo>
                  <a:pt x="244461" y="157642"/>
                </a:lnTo>
                <a:lnTo>
                  <a:pt x="207922" y="182753"/>
                </a:lnTo>
                <a:lnTo>
                  <a:pt x="173908" y="209332"/>
                </a:lnTo>
                <a:lnTo>
                  <a:pt x="142544" y="237298"/>
                </a:lnTo>
                <a:lnTo>
                  <a:pt x="113953" y="266573"/>
                </a:lnTo>
                <a:lnTo>
                  <a:pt x="88260" y="297074"/>
                </a:lnTo>
                <a:lnTo>
                  <a:pt x="65590" y="328724"/>
                </a:lnTo>
                <a:lnTo>
                  <a:pt x="29814" y="395144"/>
                </a:lnTo>
                <a:lnTo>
                  <a:pt x="7619" y="465191"/>
                </a:lnTo>
                <a:lnTo>
                  <a:pt x="0" y="538225"/>
                </a:lnTo>
                <a:lnTo>
                  <a:pt x="1925" y="575076"/>
                </a:lnTo>
                <a:lnTo>
                  <a:pt x="16956" y="646697"/>
                </a:lnTo>
                <a:lnTo>
                  <a:pt x="46066" y="715011"/>
                </a:lnTo>
                <a:lnTo>
                  <a:pt x="88260" y="779377"/>
                </a:lnTo>
                <a:lnTo>
                  <a:pt x="113953" y="809878"/>
                </a:lnTo>
                <a:lnTo>
                  <a:pt x="142544" y="839153"/>
                </a:lnTo>
                <a:lnTo>
                  <a:pt x="173908" y="867119"/>
                </a:lnTo>
                <a:lnTo>
                  <a:pt x="207922" y="893698"/>
                </a:lnTo>
                <a:lnTo>
                  <a:pt x="244461" y="918809"/>
                </a:lnTo>
                <a:lnTo>
                  <a:pt x="283401" y="942371"/>
                </a:lnTo>
                <a:lnTo>
                  <a:pt x="324617" y="964305"/>
                </a:lnTo>
                <a:lnTo>
                  <a:pt x="367986" y="984531"/>
                </a:lnTo>
                <a:lnTo>
                  <a:pt x="413383" y="1002968"/>
                </a:lnTo>
                <a:lnTo>
                  <a:pt x="460683" y="1019536"/>
                </a:lnTo>
                <a:lnTo>
                  <a:pt x="509762" y="1034155"/>
                </a:lnTo>
                <a:lnTo>
                  <a:pt x="560497" y="1046745"/>
                </a:lnTo>
                <a:lnTo>
                  <a:pt x="612762" y="1057226"/>
                </a:lnTo>
                <a:lnTo>
                  <a:pt x="666434" y="1065517"/>
                </a:lnTo>
                <a:lnTo>
                  <a:pt x="721387" y="1071538"/>
                </a:lnTo>
                <a:lnTo>
                  <a:pt x="777499" y="1075210"/>
                </a:lnTo>
                <a:lnTo>
                  <a:pt x="834643" y="1076452"/>
                </a:lnTo>
                <a:lnTo>
                  <a:pt x="891780" y="1075210"/>
                </a:lnTo>
                <a:lnTo>
                  <a:pt x="947882" y="1071538"/>
                </a:lnTo>
                <a:lnTo>
                  <a:pt x="1002828" y="1065517"/>
                </a:lnTo>
                <a:lnTo>
                  <a:pt x="1056491" y="1057226"/>
                </a:lnTo>
                <a:lnTo>
                  <a:pt x="1108748" y="1046745"/>
                </a:lnTo>
                <a:lnTo>
                  <a:pt x="1159475" y="1034155"/>
                </a:lnTo>
                <a:lnTo>
                  <a:pt x="1208547" y="1019536"/>
                </a:lnTo>
                <a:lnTo>
                  <a:pt x="1255840" y="1002968"/>
                </a:lnTo>
                <a:lnTo>
                  <a:pt x="1301230" y="984531"/>
                </a:lnTo>
                <a:lnTo>
                  <a:pt x="1344592" y="964305"/>
                </a:lnTo>
                <a:lnTo>
                  <a:pt x="1385802" y="942371"/>
                </a:lnTo>
                <a:lnTo>
                  <a:pt x="1424736" y="918809"/>
                </a:lnTo>
                <a:lnTo>
                  <a:pt x="1461269" y="893698"/>
                </a:lnTo>
                <a:lnTo>
                  <a:pt x="1495278" y="867119"/>
                </a:lnTo>
                <a:lnTo>
                  <a:pt x="1526638" y="839153"/>
                </a:lnTo>
                <a:lnTo>
                  <a:pt x="1555224" y="809878"/>
                </a:lnTo>
                <a:lnTo>
                  <a:pt x="1580913" y="779377"/>
                </a:lnTo>
                <a:lnTo>
                  <a:pt x="1603580" y="747727"/>
                </a:lnTo>
                <a:lnTo>
                  <a:pt x="1639351" y="681307"/>
                </a:lnTo>
                <a:lnTo>
                  <a:pt x="1661542" y="611260"/>
                </a:lnTo>
                <a:lnTo>
                  <a:pt x="1669160" y="538225"/>
                </a:lnTo>
                <a:lnTo>
                  <a:pt x="1667235" y="501375"/>
                </a:lnTo>
                <a:lnTo>
                  <a:pt x="1652206" y="429754"/>
                </a:lnTo>
                <a:lnTo>
                  <a:pt x="1623100" y="361440"/>
                </a:lnTo>
                <a:lnTo>
                  <a:pt x="1580913" y="297074"/>
                </a:lnTo>
                <a:lnTo>
                  <a:pt x="1555224" y="266573"/>
                </a:lnTo>
                <a:lnTo>
                  <a:pt x="1526638" y="237298"/>
                </a:lnTo>
                <a:lnTo>
                  <a:pt x="1495278" y="209332"/>
                </a:lnTo>
                <a:lnTo>
                  <a:pt x="1461269" y="182753"/>
                </a:lnTo>
                <a:lnTo>
                  <a:pt x="1424736" y="157642"/>
                </a:lnTo>
                <a:lnTo>
                  <a:pt x="1385802" y="134080"/>
                </a:lnTo>
                <a:lnTo>
                  <a:pt x="1344592" y="112146"/>
                </a:lnTo>
                <a:lnTo>
                  <a:pt x="1301230" y="91920"/>
                </a:lnTo>
                <a:lnTo>
                  <a:pt x="1255840" y="73483"/>
                </a:lnTo>
                <a:lnTo>
                  <a:pt x="1208547" y="56915"/>
                </a:lnTo>
                <a:lnTo>
                  <a:pt x="1159475" y="42296"/>
                </a:lnTo>
                <a:lnTo>
                  <a:pt x="1108748" y="29706"/>
                </a:lnTo>
                <a:lnTo>
                  <a:pt x="1056491" y="19225"/>
                </a:lnTo>
                <a:lnTo>
                  <a:pt x="1002828" y="10934"/>
                </a:lnTo>
                <a:lnTo>
                  <a:pt x="947882" y="4913"/>
                </a:lnTo>
                <a:lnTo>
                  <a:pt x="891780" y="1241"/>
                </a:lnTo>
                <a:lnTo>
                  <a:pt x="834643" y="0"/>
                </a:lnTo>
                <a:close/>
              </a:path>
            </a:pathLst>
          </a:custGeom>
          <a:ln w="33866">
            <a:solidFill>
              <a:srgbClr val="8064A2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863600" y="250545"/>
            <a:ext cx="818515" cy="1122045"/>
          </a:xfrm>
          <a:prstGeom prst="rect">
            <a:avLst/>
          </a:prstGeom>
        </p:spPr>
        <p:txBody>
          <a:bodyPr wrap="square" lIns="0" tIns="48895" rIns="0" bIns="0" rtlCol="0" vert="horz">
            <a:spAutoFit/>
          </a:bodyPr>
          <a:lstStyle/>
          <a:p>
            <a:pPr>
              <a:defRPr sz="1400"/>
            </a:pPr>
            <a:r>
              <a:t>Syntax Squad</a:t>
            </a: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042900" y="0"/>
            <a:ext cx="2997199" cy="14224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914400" y="3353295"/>
            <a:ext cx="12274550" cy="17627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>
              <a:defRPr sz="1400">
                <a:solidFill>
                  <a:srgbClr val="E6EBF5"/>
                </a:solidFill>
              </a:defRPr>
            </a:pPr>
            <a:r>
              <a:t>• Target Audience: Banks/NBFCs, Fintech KYC, Vehicle Rental Platforms, HR Onboarding, EdTech, &amp; Government Portals.</a:t>
            </a:r>
          </a:p>
          <a:p>
            <a:pPr>
              <a:defRPr sz="1400">
                <a:solidFill>
                  <a:srgbClr val="E6EBF5"/>
                </a:solidFill>
              </a:defRPr>
            </a:pP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• Key Benefits &amp; Business Impact:</a:t>
            </a: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  - Fraud Reduction: Prevents synthetic identity fraud, tampered photos, and forged ID cards using 7 distinct verification layers.</a:t>
            </a: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  - Turnaround Time Reduction: Cuts manual KYC document verification from hours/days down to sub-3 seconds.</a:t>
            </a: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  - Cost Efficiency: Eliminates manual document auditing overhead through automated multi-format verification.</a:t>
            </a: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  - High Reliability: Combines mathematical checksums (Verhoeff, ICAO MRZ), digital forensics (ELA), and authoritative registry matching.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1755"/>
              </a:lnSpc>
            </a:pPr>
            <a:r>
              <a:rPr dirty="0" sz="1800" spc="-180">
                <a:latin typeface="Gadugi"/>
                <a:cs typeface="Gadugi"/>
              </a:rPr>
              <a:t>@</a:t>
            </a:r>
            <a:r>
              <a:rPr dirty="0" spc="-180"/>
              <a:t>SIH</a:t>
            </a:r>
            <a:r>
              <a:rPr dirty="0" spc="-140"/>
              <a:t> </a:t>
            </a:r>
            <a:r>
              <a:rPr dirty="0" spc="-75"/>
              <a:t>Idea</a:t>
            </a:r>
            <a:r>
              <a:rPr dirty="0" spc="-70"/>
              <a:t> </a:t>
            </a:r>
            <a:r>
              <a:rPr dirty="0" spc="-50"/>
              <a:t>submission</a:t>
            </a:r>
            <a:r>
              <a:rPr dirty="0" sz="1550" spc="-50">
                <a:latin typeface="Tahoma"/>
                <a:cs typeface="Tahoma"/>
              </a:rPr>
              <a:t>-</a:t>
            </a:r>
            <a:r>
              <a:rPr dirty="0" sz="1550" spc="-30">
                <a:latin typeface="Tahoma"/>
                <a:cs typeface="Tahoma"/>
              </a:rPr>
              <a:t> </a:t>
            </a:r>
            <a:r>
              <a:rPr dirty="0" spc="-20"/>
              <a:t>Template</a:t>
            </a:r>
            <a:endParaRPr sz="1550">
              <a:latin typeface="Tahoma"/>
              <a:cs typeface="Tahoma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dirty="0" spc="120"/>
              <a:t>4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41605" rIns="0" bIns="0" rtlCol="0" vert="horz">
            <a:spAutoFit/>
          </a:bodyPr>
          <a:lstStyle/>
          <a:p>
            <a:pPr>
              <a:defRPr sz="2200" b="1"/>
            </a:pPr>
            <a:r>
              <a:t>RESEARCH &amp; REFERENCES</a:t>
            </a:r>
          </a:p>
        </p:txBody>
      </p:sp>
      <p:sp>
        <p:nvSpPr>
          <p:cNvPr id="4" name="object 4"/>
          <p:cNvSpPr/>
          <p:nvPr/>
        </p:nvSpPr>
        <p:spPr>
          <a:xfrm>
            <a:off x="439704" y="336333"/>
            <a:ext cx="1669414" cy="1076960"/>
          </a:xfrm>
          <a:custGeom>
            <a:avLst/>
            <a:gdLst/>
            <a:ahLst/>
            <a:cxnLst/>
            <a:rect l="l" t="t" r="r" b="b"/>
            <a:pathLst>
              <a:path w="1669414" h="1076960">
                <a:moveTo>
                  <a:pt x="834643" y="0"/>
                </a:moveTo>
                <a:lnTo>
                  <a:pt x="777499" y="1241"/>
                </a:lnTo>
                <a:lnTo>
                  <a:pt x="721387" y="4913"/>
                </a:lnTo>
                <a:lnTo>
                  <a:pt x="666434" y="10934"/>
                </a:lnTo>
                <a:lnTo>
                  <a:pt x="612762" y="19225"/>
                </a:lnTo>
                <a:lnTo>
                  <a:pt x="560497" y="29706"/>
                </a:lnTo>
                <a:lnTo>
                  <a:pt x="509762" y="42296"/>
                </a:lnTo>
                <a:lnTo>
                  <a:pt x="460683" y="56915"/>
                </a:lnTo>
                <a:lnTo>
                  <a:pt x="413383" y="73483"/>
                </a:lnTo>
                <a:lnTo>
                  <a:pt x="367986" y="91920"/>
                </a:lnTo>
                <a:lnTo>
                  <a:pt x="324617" y="112146"/>
                </a:lnTo>
                <a:lnTo>
                  <a:pt x="283401" y="134080"/>
                </a:lnTo>
                <a:lnTo>
                  <a:pt x="244461" y="157642"/>
                </a:lnTo>
                <a:lnTo>
                  <a:pt x="207922" y="182753"/>
                </a:lnTo>
                <a:lnTo>
                  <a:pt x="173908" y="209332"/>
                </a:lnTo>
                <a:lnTo>
                  <a:pt x="142544" y="237298"/>
                </a:lnTo>
                <a:lnTo>
                  <a:pt x="113953" y="266573"/>
                </a:lnTo>
                <a:lnTo>
                  <a:pt x="88260" y="297074"/>
                </a:lnTo>
                <a:lnTo>
                  <a:pt x="65590" y="328724"/>
                </a:lnTo>
                <a:lnTo>
                  <a:pt x="29814" y="395144"/>
                </a:lnTo>
                <a:lnTo>
                  <a:pt x="7619" y="465191"/>
                </a:lnTo>
                <a:lnTo>
                  <a:pt x="0" y="538225"/>
                </a:lnTo>
                <a:lnTo>
                  <a:pt x="1925" y="575076"/>
                </a:lnTo>
                <a:lnTo>
                  <a:pt x="16956" y="646697"/>
                </a:lnTo>
                <a:lnTo>
                  <a:pt x="46066" y="715011"/>
                </a:lnTo>
                <a:lnTo>
                  <a:pt x="88260" y="779377"/>
                </a:lnTo>
                <a:lnTo>
                  <a:pt x="113953" y="809878"/>
                </a:lnTo>
                <a:lnTo>
                  <a:pt x="142544" y="839153"/>
                </a:lnTo>
                <a:lnTo>
                  <a:pt x="173908" y="867119"/>
                </a:lnTo>
                <a:lnTo>
                  <a:pt x="207922" y="893698"/>
                </a:lnTo>
                <a:lnTo>
                  <a:pt x="244461" y="918809"/>
                </a:lnTo>
                <a:lnTo>
                  <a:pt x="283401" y="942371"/>
                </a:lnTo>
                <a:lnTo>
                  <a:pt x="324617" y="964305"/>
                </a:lnTo>
                <a:lnTo>
                  <a:pt x="367986" y="984531"/>
                </a:lnTo>
                <a:lnTo>
                  <a:pt x="413383" y="1002968"/>
                </a:lnTo>
                <a:lnTo>
                  <a:pt x="460683" y="1019536"/>
                </a:lnTo>
                <a:lnTo>
                  <a:pt x="509762" y="1034155"/>
                </a:lnTo>
                <a:lnTo>
                  <a:pt x="560497" y="1046745"/>
                </a:lnTo>
                <a:lnTo>
                  <a:pt x="612762" y="1057226"/>
                </a:lnTo>
                <a:lnTo>
                  <a:pt x="666434" y="1065517"/>
                </a:lnTo>
                <a:lnTo>
                  <a:pt x="721387" y="1071538"/>
                </a:lnTo>
                <a:lnTo>
                  <a:pt x="777499" y="1075210"/>
                </a:lnTo>
                <a:lnTo>
                  <a:pt x="834643" y="1076452"/>
                </a:lnTo>
                <a:lnTo>
                  <a:pt x="891780" y="1075210"/>
                </a:lnTo>
                <a:lnTo>
                  <a:pt x="947882" y="1071538"/>
                </a:lnTo>
                <a:lnTo>
                  <a:pt x="1002828" y="1065517"/>
                </a:lnTo>
                <a:lnTo>
                  <a:pt x="1056491" y="1057226"/>
                </a:lnTo>
                <a:lnTo>
                  <a:pt x="1108748" y="1046745"/>
                </a:lnTo>
                <a:lnTo>
                  <a:pt x="1159475" y="1034155"/>
                </a:lnTo>
                <a:lnTo>
                  <a:pt x="1208547" y="1019536"/>
                </a:lnTo>
                <a:lnTo>
                  <a:pt x="1255840" y="1002968"/>
                </a:lnTo>
                <a:lnTo>
                  <a:pt x="1301230" y="984531"/>
                </a:lnTo>
                <a:lnTo>
                  <a:pt x="1344592" y="964305"/>
                </a:lnTo>
                <a:lnTo>
                  <a:pt x="1385802" y="942371"/>
                </a:lnTo>
                <a:lnTo>
                  <a:pt x="1424736" y="918809"/>
                </a:lnTo>
                <a:lnTo>
                  <a:pt x="1461269" y="893698"/>
                </a:lnTo>
                <a:lnTo>
                  <a:pt x="1495278" y="867119"/>
                </a:lnTo>
                <a:lnTo>
                  <a:pt x="1526638" y="839153"/>
                </a:lnTo>
                <a:lnTo>
                  <a:pt x="1555224" y="809878"/>
                </a:lnTo>
                <a:lnTo>
                  <a:pt x="1580913" y="779377"/>
                </a:lnTo>
                <a:lnTo>
                  <a:pt x="1603580" y="747727"/>
                </a:lnTo>
                <a:lnTo>
                  <a:pt x="1639351" y="681307"/>
                </a:lnTo>
                <a:lnTo>
                  <a:pt x="1661542" y="611260"/>
                </a:lnTo>
                <a:lnTo>
                  <a:pt x="1669160" y="538225"/>
                </a:lnTo>
                <a:lnTo>
                  <a:pt x="1667235" y="501375"/>
                </a:lnTo>
                <a:lnTo>
                  <a:pt x="1652206" y="429754"/>
                </a:lnTo>
                <a:lnTo>
                  <a:pt x="1623100" y="361440"/>
                </a:lnTo>
                <a:lnTo>
                  <a:pt x="1580913" y="297074"/>
                </a:lnTo>
                <a:lnTo>
                  <a:pt x="1555224" y="266573"/>
                </a:lnTo>
                <a:lnTo>
                  <a:pt x="1526638" y="237298"/>
                </a:lnTo>
                <a:lnTo>
                  <a:pt x="1495278" y="209332"/>
                </a:lnTo>
                <a:lnTo>
                  <a:pt x="1461269" y="182753"/>
                </a:lnTo>
                <a:lnTo>
                  <a:pt x="1424736" y="157642"/>
                </a:lnTo>
                <a:lnTo>
                  <a:pt x="1385802" y="134080"/>
                </a:lnTo>
                <a:lnTo>
                  <a:pt x="1344592" y="112146"/>
                </a:lnTo>
                <a:lnTo>
                  <a:pt x="1301230" y="91920"/>
                </a:lnTo>
                <a:lnTo>
                  <a:pt x="1255840" y="73483"/>
                </a:lnTo>
                <a:lnTo>
                  <a:pt x="1208547" y="56915"/>
                </a:lnTo>
                <a:lnTo>
                  <a:pt x="1159475" y="42296"/>
                </a:lnTo>
                <a:lnTo>
                  <a:pt x="1108748" y="29706"/>
                </a:lnTo>
                <a:lnTo>
                  <a:pt x="1056491" y="19225"/>
                </a:lnTo>
                <a:lnTo>
                  <a:pt x="1002828" y="10934"/>
                </a:lnTo>
                <a:lnTo>
                  <a:pt x="947882" y="4913"/>
                </a:lnTo>
                <a:lnTo>
                  <a:pt x="891780" y="1241"/>
                </a:lnTo>
                <a:lnTo>
                  <a:pt x="834643" y="0"/>
                </a:lnTo>
                <a:close/>
              </a:path>
            </a:pathLst>
          </a:custGeom>
          <a:ln w="33866">
            <a:solidFill>
              <a:srgbClr val="8064A2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863600" y="250545"/>
            <a:ext cx="818515" cy="1122045"/>
          </a:xfrm>
          <a:prstGeom prst="rect">
            <a:avLst/>
          </a:prstGeom>
        </p:spPr>
        <p:txBody>
          <a:bodyPr wrap="square" lIns="0" tIns="48895" rIns="0" bIns="0" rtlCol="0" vert="horz">
            <a:spAutoFit/>
          </a:bodyPr>
          <a:lstStyle/>
          <a:p>
            <a:pPr>
              <a:defRPr sz="1400"/>
            </a:pPr>
            <a:r>
              <a:t>Syntax Squad</a:t>
            </a: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042900" y="0"/>
            <a:ext cx="2997199" cy="14224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914400" y="3708895"/>
            <a:ext cx="10689590" cy="6197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>
              <a:defRPr sz="1400">
                <a:solidFill>
                  <a:srgbClr val="E6EBF5"/>
                </a:solidFill>
              </a:defRPr>
            </a:pPr>
            <a:r>
              <a:t>• UIDAI Aadhaar Specifications: 12-Digit Verhoeff Checksum Algorithm &amp; QR Code Digital Signature Standards (ISO/IEC 7812).</a:t>
            </a:r>
          </a:p>
          <a:p>
            <a:pPr>
              <a:defRPr sz="1400">
                <a:solidFill>
                  <a:srgbClr val="E6EBF5"/>
                </a:solidFill>
              </a:defRPr>
            </a:pP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• ICAO Doc 9303 Standard: Machine Readable Travel Documents (MRZ 2-Line Passport Checksum Standard).</a:t>
            </a:r>
          </a:p>
          <a:p>
            <a:pPr>
              <a:defRPr sz="1400">
                <a:solidFill>
                  <a:srgbClr val="E6EBF5"/>
                </a:solidFill>
              </a:defRPr>
            </a:pP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• Income Tax Department (ITD) Specifications: NSDL e-Gov PAN Verification Webservice Guidelines &amp; Entity Character Mapping.</a:t>
            </a:r>
          </a:p>
          <a:p>
            <a:pPr>
              <a:defRPr sz="1400">
                <a:solidFill>
                  <a:srgbClr val="E6EBF5"/>
                </a:solidFill>
              </a:defRPr>
            </a:pP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• Ministry of Road Transport &amp; Highways (MoRTH): Parivahan Sewa / Sarathi &amp; Vahan 4.0 API Specifications.</a:t>
            </a:r>
          </a:p>
          <a:p>
            <a:pPr>
              <a:defRPr sz="1400">
                <a:solidFill>
                  <a:srgbClr val="E6EBF5"/>
                </a:solidFill>
              </a:defRPr>
            </a:pP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• GSTN Authority: Statutory 15-Digit GSTIN Structure &amp; Embedded PAN Identifier Rules.</a:t>
            </a:r>
          </a:p>
          <a:p>
            <a:pPr>
              <a:defRPr sz="1400">
                <a:solidFill>
                  <a:srgbClr val="E6EBF5"/>
                </a:solidFill>
              </a:defRPr>
            </a:pPr>
          </a:p>
          <a:p>
            <a:pPr>
              <a:defRPr sz="1400">
                <a:solidFill>
                  <a:srgbClr val="E6EBF5"/>
                </a:solidFill>
              </a:defRPr>
            </a:pPr>
            <a:r>
              <a:t>• GitHub Repository: https://github.com/Dev1822/SIH-Syntax-Squad.git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1755"/>
              </a:lnSpc>
            </a:pPr>
            <a:r>
              <a:rPr dirty="0" sz="1800" spc="-180">
                <a:latin typeface="Gadugi"/>
                <a:cs typeface="Gadugi"/>
              </a:rPr>
              <a:t>@</a:t>
            </a:r>
            <a:r>
              <a:rPr dirty="0" spc="-180"/>
              <a:t>SIH</a:t>
            </a:r>
            <a:r>
              <a:rPr dirty="0" spc="-140"/>
              <a:t> </a:t>
            </a:r>
            <a:r>
              <a:rPr dirty="0" spc="-75"/>
              <a:t>Idea</a:t>
            </a:r>
            <a:r>
              <a:rPr dirty="0" spc="-70"/>
              <a:t> </a:t>
            </a:r>
            <a:r>
              <a:rPr dirty="0" spc="-50"/>
              <a:t>submission</a:t>
            </a:r>
            <a:r>
              <a:rPr dirty="0" sz="1550" spc="-50">
                <a:latin typeface="Tahoma"/>
                <a:cs typeface="Tahoma"/>
              </a:rPr>
              <a:t>-</a:t>
            </a:r>
            <a:r>
              <a:rPr dirty="0" sz="1550" spc="-30">
                <a:latin typeface="Tahoma"/>
                <a:cs typeface="Tahoma"/>
              </a:rPr>
              <a:t> </a:t>
            </a:r>
            <a:r>
              <a:rPr dirty="0" spc="-20"/>
              <a:t>Template</a:t>
            </a:r>
            <a:endParaRPr sz="1550">
              <a:latin typeface="Tahoma"/>
              <a:cs typeface="Tahoma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0" rIns="0" bIns="0" rtlCol="0" vert="horz">
            <a:spAutoFit/>
          </a:bodyPr>
          <a:lstStyle/>
          <a:p>
            <a:pPr marL="38100">
              <a:lnSpc>
                <a:spcPts val="1425"/>
              </a:lnSpc>
            </a:pPr>
            <a:fld id="{81D60167-4931-47E6-BA6A-407CBD079E47}" type="slidenum">
              <a:rPr dirty="0" spc="120"/>
              <a:t>4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2026-09-09T05:37:36Z</dcterms:created>
  <dcterms:modified xsi:type="dcterms:W3CDTF">2026-09-09T05:37:36Z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v10.0.20070.1</vt:lpwstr>
  </property>
  <property fmtid="{D5CDD505-2E9C-101B-9397-08002B2CF9AE}" pid="3" name="Created">
    <vt:filetime>2026-09-09T00:00:00Z</vt:filetime>
  </property>
  <property fmtid="{D5CDD505-2E9C-101B-9397-08002B2CF9AE}" pid="4" name="Producer">
    <vt:lpwstr>Skia/PDF m136</vt:lpwstr>
  </property>
  <property fmtid="{D5CDD505-2E9C-101B-9397-08002B2CF9AE}" pid="5" name="LastSaved">
    <vt:filetime>2026-09-09T00:00:00Z</vt:filetime>
  </property>
</Properties>
</file>